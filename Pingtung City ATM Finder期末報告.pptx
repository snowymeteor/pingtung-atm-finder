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8" r:id="rId3"/>
    <p:sldId id="256" r:id="rId4"/>
    <p:sldId id="285" r:id="rId5"/>
    <p:sldId id="260" r:id="rId6"/>
    <p:sldId id="287" r:id="rId7"/>
    <p:sldId id="272" r:id="rId8"/>
    <p:sldId id="286" r:id="rId9"/>
    <p:sldId id="284" r:id="rId1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954" y="-288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57F13-3BCE-4EC0-B4A0-F73B206419D2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F9067-2F0F-4D09-87EF-92C282BE9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3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92E76B15-5284-4BBD-97EE-A9FDBBF1FF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1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10389DFA-0135-4F17-B2A1-31024B44A9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485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E58EDF51-560B-4FAC-BA7D-78EB8B6AA2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6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E0C12CF-CA64-4C32-AA19-AFBCAE039F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6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66F1520-7645-468B-897D-6CCEC16A9F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1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46A5448F-4807-4795-9B76-55D6969483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65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99F5B7FA-B5D5-4741-8C9D-4B3C10C0E0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340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E02022D3-4724-4CEC-94C2-3C541B0BB8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4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281B339A-2B07-43A0-83EE-20823B54F3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86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42D7A109-4078-459B-AAC4-69B7A4EA30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48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2B6A26DB-D612-4992-8B42-FB0A3C56E2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056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>
                <a:sym typeface="Calibri Light" panose="020F03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en-US" smtClean="0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en-US" smtClean="0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en-US" smtClean="0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en-US" smtClean="0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anchor="ctr"/>
          <a:lstStyle>
            <a:lvl1pPr algn="l" eaLnBrk="1" hangingPunct="1"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宋体" charset="-12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anchor="ctr"/>
          <a:lstStyle>
            <a:lvl1pPr algn="r" eaLnBrk="1" hangingPunct="1">
              <a:buFont typeface="Arial" panose="020B0604020202020204" pitchFamily="34" charset="0"/>
              <a:buNone/>
              <a:defRPr sz="1200" noProof="1" dirty="0">
                <a:solidFill>
                  <a:srgbClr val="898989"/>
                </a:solidFill>
                <a:latin typeface="Arial" charset="0"/>
                <a:ea typeface="宋体" charset="-122"/>
                <a:cs typeface="+mn-ea"/>
              </a:defRPr>
            </a:lvl1pPr>
          </a:lstStyle>
          <a:p>
            <a:pPr>
              <a:defRPr/>
            </a:pPr>
            <a:fld id="{53D7E3F3-0528-4C09-B961-73DABCFD145A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5800" lvl="1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lvl="2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lvl="3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lvl="4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971800" lvl="6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429000" lvl="7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886200" lvl="8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3315" name="副标题 1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13316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0" b="7486"/>
          <a:stretch>
            <a:fillRect/>
          </a:stretch>
        </p:blipFill>
        <p:spPr bwMode="auto">
          <a:xfrm>
            <a:off x="-1" y="-22226"/>
            <a:ext cx="12192000" cy="6880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005" y="1484168"/>
            <a:ext cx="1663989" cy="166398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791074" y="3968254"/>
            <a:ext cx="86098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Pingtung City ATM Finder</a:t>
            </a:r>
            <a:endParaRPr lang="zh-TW" alt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4339" name="副标题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14340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0" y="0"/>
            <a:ext cx="1219200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圆角矩形 97"/>
          <p:cNvSpPr>
            <a:spLocks noChangeArrowheads="1"/>
          </p:cNvSpPr>
          <p:nvPr/>
        </p:nvSpPr>
        <p:spPr bwMode="auto">
          <a:xfrm>
            <a:off x="-12700" y="1306513"/>
            <a:ext cx="12192000" cy="4803775"/>
          </a:xfrm>
          <a:prstGeom prst="roundRect">
            <a:avLst>
              <a:gd name="adj" fmla="val 3977"/>
            </a:avLst>
          </a:prstGeom>
          <a:solidFill>
            <a:srgbClr val="BFBFBF">
              <a:alpha val="3607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342" name="直接连接符 1"/>
          <p:cNvSpPr>
            <a:spLocks noChangeShapeType="1"/>
          </p:cNvSpPr>
          <p:nvPr/>
        </p:nvSpPr>
        <p:spPr bwMode="auto">
          <a:xfrm>
            <a:off x="2341028" y="3625620"/>
            <a:ext cx="6787975" cy="12096"/>
          </a:xfrm>
          <a:prstGeom prst="line">
            <a:avLst/>
          </a:prstGeom>
          <a:noFill/>
          <a:ln w="38100">
            <a:solidFill>
              <a:srgbClr val="A5A5A5">
                <a:alpha val="65097"/>
              </a:srgbClr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43" name="组合 9220"/>
          <p:cNvGrpSpPr>
            <a:grpSpLocks/>
          </p:cNvGrpSpPr>
          <p:nvPr/>
        </p:nvGrpSpPr>
        <p:grpSpPr bwMode="auto">
          <a:xfrm>
            <a:off x="8940779" y="3602037"/>
            <a:ext cx="917575" cy="1433513"/>
            <a:chOff x="0" y="0"/>
            <a:chExt cx="917568" cy="1434740"/>
          </a:xfrm>
        </p:grpSpPr>
        <p:sp>
          <p:nvSpPr>
            <p:cNvPr id="14396" name="椭圆 6"/>
            <p:cNvSpPr>
              <a:spLocks noChangeArrowheads="1"/>
            </p:cNvSpPr>
            <p:nvPr/>
          </p:nvSpPr>
          <p:spPr bwMode="auto">
            <a:xfrm>
              <a:off x="0" y="0"/>
              <a:ext cx="208383" cy="21681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DD5E49"/>
              </a:solidFill>
              <a:bevel/>
              <a:headEnd/>
              <a:tailEnd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14397" name="组合 9222"/>
            <p:cNvGrpSpPr>
              <a:grpSpLocks/>
            </p:cNvGrpSpPr>
            <p:nvPr/>
          </p:nvGrpSpPr>
          <p:grpSpPr bwMode="auto">
            <a:xfrm>
              <a:off x="188223" y="695076"/>
              <a:ext cx="729345" cy="739664"/>
              <a:chOff x="0" y="0"/>
              <a:chExt cx="927279" cy="983356"/>
            </a:xfrm>
          </p:grpSpPr>
          <p:sp>
            <p:nvSpPr>
              <p:cNvPr id="14399" name="椭圆 2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27279" cy="983356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29999">
                    <a:srgbClr val="C6C6C6"/>
                  </a:gs>
                  <a:gs pos="60999">
                    <a:srgbClr val="EEEEEE"/>
                  </a:gs>
                  <a:gs pos="100000">
                    <a:srgbClr val="F4F4F4"/>
                  </a:gs>
                </a:gsLst>
                <a:lin ang="78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400" name="椭圆 27"/>
              <p:cNvSpPr>
                <a:spLocks noChangeArrowheads="1"/>
              </p:cNvSpPr>
              <p:nvPr/>
            </p:nvSpPr>
            <p:spPr bwMode="auto">
              <a:xfrm>
                <a:off x="94411" y="105312"/>
                <a:ext cx="738455" cy="785610"/>
              </a:xfrm>
              <a:prstGeom prst="ellipse">
                <a:avLst/>
              </a:prstGeom>
              <a:solidFill>
                <a:srgbClr val="E858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cxnSp>
          <p:nvCxnSpPr>
            <p:cNvPr id="14398" name="肘形连接符 46"/>
            <p:cNvCxnSpPr>
              <a:cxnSpLocks noChangeShapeType="1"/>
            </p:cNvCxnSpPr>
            <p:nvPr/>
          </p:nvCxnSpPr>
          <p:spPr bwMode="auto">
            <a:xfrm rot="16200000" flipV="1">
              <a:off x="43663" y="280580"/>
              <a:ext cx="589229" cy="395189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E8584B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44" name="组合 9231"/>
          <p:cNvGrpSpPr>
            <a:grpSpLocks/>
          </p:cNvGrpSpPr>
          <p:nvPr/>
        </p:nvGrpSpPr>
        <p:grpSpPr bwMode="auto">
          <a:xfrm>
            <a:off x="4421124" y="3550100"/>
            <a:ext cx="938213" cy="1433513"/>
            <a:chOff x="0" y="0"/>
            <a:chExt cx="937728" cy="1434740"/>
          </a:xfrm>
        </p:grpSpPr>
        <p:sp>
          <p:nvSpPr>
            <p:cNvPr id="14391" name="椭圆 9"/>
            <p:cNvSpPr>
              <a:spLocks noChangeArrowheads="1"/>
            </p:cNvSpPr>
            <p:nvPr/>
          </p:nvSpPr>
          <p:spPr bwMode="auto">
            <a:xfrm>
              <a:off x="0" y="0"/>
              <a:ext cx="208383" cy="21681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DD5E49"/>
              </a:solidFill>
              <a:bevel/>
              <a:headEnd/>
              <a:tailEnd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14392" name="组合 9233"/>
            <p:cNvGrpSpPr>
              <a:grpSpLocks/>
            </p:cNvGrpSpPr>
            <p:nvPr/>
          </p:nvGrpSpPr>
          <p:grpSpPr bwMode="auto">
            <a:xfrm>
              <a:off x="208383" y="695076"/>
              <a:ext cx="729345" cy="739664"/>
              <a:chOff x="0" y="0"/>
              <a:chExt cx="927279" cy="983356"/>
            </a:xfrm>
          </p:grpSpPr>
          <p:sp>
            <p:nvSpPr>
              <p:cNvPr id="14394" name="椭圆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27279" cy="983356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29999">
                    <a:srgbClr val="C6C6C6"/>
                  </a:gs>
                  <a:gs pos="60999">
                    <a:srgbClr val="EEEEEE"/>
                  </a:gs>
                  <a:gs pos="100000">
                    <a:srgbClr val="F4F4F4"/>
                  </a:gs>
                </a:gsLst>
                <a:lin ang="78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395" name="椭圆 24"/>
              <p:cNvSpPr>
                <a:spLocks noChangeArrowheads="1"/>
              </p:cNvSpPr>
              <p:nvPr/>
            </p:nvSpPr>
            <p:spPr bwMode="auto">
              <a:xfrm>
                <a:off x="94411" y="105312"/>
                <a:ext cx="738455" cy="785610"/>
              </a:xfrm>
              <a:prstGeom prst="ellipse">
                <a:avLst/>
              </a:prstGeom>
              <a:solidFill>
                <a:srgbClr val="E858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cxnSp>
          <p:nvCxnSpPr>
            <p:cNvPr id="14393" name="肘形连接符 46"/>
            <p:cNvCxnSpPr>
              <a:cxnSpLocks noChangeShapeType="1"/>
            </p:cNvCxnSpPr>
            <p:nvPr/>
          </p:nvCxnSpPr>
          <p:spPr bwMode="auto">
            <a:xfrm rot="16200000" flipV="1">
              <a:off x="43076" y="282020"/>
              <a:ext cx="589229" cy="395189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E8584B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45" name="组合 9238"/>
          <p:cNvGrpSpPr>
            <a:grpSpLocks/>
          </p:cNvGrpSpPr>
          <p:nvPr/>
        </p:nvGrpSpPr>
        <p:grpSpPr bwMode="auto">
          <a:xfrm>
            <a:off x="1493483" y="2287588"/>
            <a:ext cx="938213" cy="1379537"/>
            <a:chOff x="0" y="0"/>
            <a:chExt cx="937728" cy="1380512"/>
          </a:xfrm>
        </p:grpSpPr>
        <p:sp>
          <p:nvSpPr>
            <p:cNvPr id="14386" name="椭圆 8"/>
            <p:cNvSpPr>
              <a:spLocks noChangeArrowheads="1"/>
            </p:cNvSpPr>
            <p:nvPr/>
          </p:nvSpPr>
          <p:spPr bwMode="auto">
            <a:xfrm>
              <a:off x="729345" y="1163699"/>
              <a:ext cx="208383" cy="21681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0C568"/>
              </a:solidFill>
              <a:bevel/>
              <a:headEnd/>
              <a:tailEnd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14387" name="组合 9240"/>
            <p:cNvGrpSpPr>
              <a:grpSpLocks/>
            </p:cNvGrpSpPr>
            <p:nvPr/>
          </p:nvGrpSpPr>
          <p:grpSpPr bwMode="auto">
            <a:xfrm>
              <a:off x="0" y="0"/>
              <a:ext cx="729345" cy="739664"/>
              <a:chOff x="0" y="0"/>
              <a:chExt cx="927279" cy="983356"/>
            </a:xfrm>
          </p:grpSpPr>
          <p:sp>
            <p:nvSpPr>
              <p:cNvPr id="14389" name="椭圆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27279" cy="983356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29999">
                    <a:srgbClr val="C6C6C6"/>
                  </a:gs>
                  <a:gs pos="60999">
                    <a:srgbClr val="EEEEEE"/>
                  </a:gs>
                  <a:gs pos="100000">
                    <a:srgbClr val="F4F4F4"/>
                  </a:gs>
                </a:gsLst>
                <a:lin ang="78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390" name="椭圆 12"/>
              <p:cNvSpPr>
                <a:spLocks noChangeArrowheads="1"/>
              </p:cNvSpPr>
              <p:nvPr/>
            </p:nvSpPr>
            <p:spPr bwMode="auto">
              <a:xfrm>
                <a:off x="94411" y="105312"/>
                <a:ext cx="738455" cy="785610"/>
              </a:xfrm>
              <a:prstGeom prst="ellipse">
                <a:avLst/>
              </a:prstGeom>
              <a:solidFill>
                <a:srgbClr val="F7C6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cxnSp>
          <p:nvCxnSpPr>
            <p:cNvPr id="14388" name="肘形连接符 46"/>
            <p:cNvCxnSpPr>
              <a:cxnSpLocks noChangeShapeType="1"/>
              <a:stCxn id="14390" idx="4"/>
              <a:endCxn id="14386" idx="0"/>
            </p:cNvCxnSpPr>
            <p:nvPr/>
          </p:nvCxnSpPr>
          <p:spPr bwMode="auto">
            <a:xfrm rot="16200000" flipH="1">
              <a:off x="352321" y="682482"/>
              <a:ext cx="493562" cy="468865"/>
            </a:xfrm>
            <a:prstGeom prst="curvedConnector3">
              <a:avLst>
                <a:gd name="adj1" fmla="val 63046"/>
              </a:avLst>
            </a:prstGeom>
            <a:noFill/>
            <a:ln w="38100">
              <a:solidFill>
                <a:srgbClr val="F7C66C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46" name="组合 9253"/>
          <p:cNvGrpSpPr>
            <a:grpSpLocks/>
          </p:cNvGrpSpPr>
          <p:nvPr/>
        </p:nvGrpSpPr>
        <p:grpSpPr bwMode="auto">
          <a:xfrm>
            <a:off x="6033611" y="2222500"/>
            <a:ext cx="917575" cy="1379537"/>
            <a:chOff x="0" y="0"/>
            <a:chExt cx="917826" cy="1380512"/>
          </a:xfrm>
        </p:grpSpPr>
        <p:sp>
          <p:nvSpPr>
            <p:cNvPr id="14381" name="椭圆 4"/>
            <p:cNvSpPr>
              <a:spLocks noChangeArrowheads="1"/>
            </p:cNvSpPr>
            <p:nvPr/>
          </p:nvSpPr>
          <p:spPr bwMode="auto">
            <a:xfrm>
              <a:off x="709443" y="1163699"/>
              <a:ext cx="208383" cy="21681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0C568"/>
              </a:solidFill>
              <a:bevel/>
              <a:headEnd/>
              <a:tailEnd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14382" name="组合 9255"/>
            <p:cNvGrpSpPr>
              <a:grpSpLocks/>
            </p:cNvGrpSpPr>
            <p:nvPr/>
          </p:nvGrpSpPr>
          <p:grpSpPr bwMode="auto">
            <a:xfrm>
              <a:off x="0" y="0"/>
              <a:ext cx="729345" cy="739664"/>
              <a:chOff x="0" y="0"/>
              <a:chExt cx="927279" cy="983356"/>
            </a:xfrm>
          </p:grpSpPr>
          <p:sp>
            <p:nvSpPr>
              <p:cNvPr id="14384" name="椭圆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27279" cy="983356"/>
              </a:xfrm>
              <a:prstGeom prst="ellipse">
                <a:avLst/>
              </a:prstGeom>
              <a:gradFill rotWithShape="1">
                <a:gsLst>
                  <a:gs pos="0">
                    <a:srgbClr val="BFBFBF"/>
                  </a:gs>
                  <a:gs pos="29999">
                    <a:srgbClr val="C6C6C6"/>
                  </a:gs>
                  <a:gs pos="60999">
                    <a:srgbClr val="EEEEEE"/>
                  </a:gs>
                  <a:gs pos="100000">
                    <a:srgbClr val="F4F4F4"/>
                  </a:gs>
                </a:gsLst>
                <a:lin ang="78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385" name="椭圆 15"/>
              <p:cNvSpPr>
                <a:spLocks noChangeArrowheads="1"/>
              </p:cNvSpPr>
              <p:nvPr/>
            </p:nvSpPr>
            <p:spPr bwMode="auto">
              <a:xfrm>
                <a:off x="94411" y="105312"/>
                <a:ext cx="738455" cy="785610"/>
              </a:xfrm>
              <a:prstGeom prst="ellipse">
                <a:avLst/>
              </a:prstGeom>
              <a:solidFill>
                <a:srgbClr val="F7C6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cxnSp>
          <p:nvCxnSpPr>
            <p:cNvPr id="14383" name="肘形连接符 46"/>
            <p:cNvCxnSpPr>
              <a:cxnSpLocks noChangeShapeType="1"/>
            </p:cNvCxnSpPr>
            <p:nvPr/>
          </p:nvCxnSpPr>
          <p:spPr bwMode="auto">
            <a:xfrm rot="16200000" flipH="1">
              <a:off x="351724" y="682043"/>
              <a:ext cx="493562" cy="468865"/>
            </a:xfrm>
            <a:prstGeom prst="curvedConnector3">
              <a:avLst>
                <a:gd name="adj1" fmla="val 63046"/>
              </a:avLst>
            </a:prstGeom>
            <a:noFill/>
            <a:ln w="38100">
              <a:solidFill>
                <a:srgbClr val="F7C66C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348" name="文本框 86"/>
          <p:cNvSpPr>
            <a:spLocks noChangeArrowheads="1"/>
          </p:cNvSpPr>
          <p:nvPr/>
        </p:nvSpPr>
        <p:spPr bwMode="auto">
          <a:xfrm>
            <a:off x="7315345" y="5072666"/>
            <a:ext cx="2527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140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結語</a:t>
            </a:r>
            <a:endParaRPr lang="zh-CN" altLang="en-US" sz="1400" dirty="0">
              <a:solidFill>
                <a:srgbClr val="D8D8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351" name="文本框 98"/>
          <p:cNvSpPr>
            <a:spLocks noChangeArrowheads="1"/>
          </p:cNvSpPr>
          <p:nvPr/>
        </p:nvSpPr>
        <p:spPr bwMode="auto">
          <a:xfrm>
            <a:off x="1386288" y="1876425"/>
            <a:ext cx="1666875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 smtClean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APP</a:t>
            </a:r>
            <a:r>
              <a:rPr lang="zh-TW" altLang="en-US" sz="1400" dirty="0" smtClean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介紹</a:t>
            </a:r>
            <a:endParaRPr lang="en-US" altLang="zh-CN" sz="1400" dirty="0">
              <a:solidFill>
                <a:srgbClr val="D8D8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353" name="文本框 45"/>
          <p:cNvSpPr>
            <a:spLocks noChangeArrowheads="1"/>
          </p:cNvSpPr>
          <p:nvPr/>
        </p:nvSpPr>
        <p:spPr bwMode="auto">
          <a:xfrm>
            <a:off x="9499600" y="595313"/>
            <a:ext cx="10588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</a:t>
            </a:r>
            <a:r>
              <a:rPr lang="zh-TW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358" name="文本框 86"/>
          <p:cNvSpPr>
            <a:spLocks noChangeArrowheads="1"/>
          </p:cNvSpPr>
          <p:nvPr/>
        </p:nvSpPr>
        <p:spPr bwMode="auto">
          <a:xfrm>
            <a:off x="3171825" y="5049493"/>
            <a:ext cx="2435225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1400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特色與巧思</a:t>
            </a:r>
          </a:p>
        </p:txBody>
      </p:sp>
      <p:sp>
        <p:nvSpPr>
          <p:cNvPr id="14359" name="文本框 87"/>
          <p:cNvSpPr>
            <a:spLocks noChangeArrowheads="1"/>
          </p:cNvSpPr>
          <p:nvPr/>
        </p:nvSpPr>
        <p:spPr bwMode="auto">
          <a:xfrm>
            <a:off x="6002316" y="1876425"/>
            <a:ext cx="12592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遭遇困難</a:t>
            </a:r>
          </a:p>
        </p:txBody>
      </p:sp>
      <p:pic>
        <p:nvPicPr>
          <p:cNvPr id="65" name="圖片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412" y="100800"/>
            <a:ext cx="1113638" cy="111363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0" y="0"/>
            <a:ext cx="1219200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任意多边形 19"/>
          <p:cNvSpPr>
            <a:spLocks noChangeArrowheads="1"/>
          </p:cNvSpPr>
          <p:nvPr/>
        </p:nvSpPr>
        <p:spPr bwMode="auto">
          <a:xfrm>
            <a:off x="941388" y="2165350"/>
            <a:ext cx="3514725" cy="4465638"/>
          </a:xfrm>
          <a:custGeom>
            <a:avLst/>
            <a:gdLst>
              <a:gd name="T0" fmla="*/ 1803678 w 3514793"/>
              <a:gd name="T1" fmla="*/ 852817 h 4464471"/>
              <a:gd name="T2" fmla="*/ 1430565 w 3514793"/>
              <a:gd name="T3" fmla="*/ 1184662 h 4464471"/>
              <a:gd name="T4" fmla="*/ 1003076 w 3514793"/>
              <a:gd name="T5" fmla="*/ 1406221 h 4464471"/>
              <a:gd name="T6" fmla="*/ 1003076 w 3514793"/>
              <a:gd name="T7" fmla="*/ 1562218 h 4464471"/>
              <a:gd name="T8" fmla="*/ 1497714 w 3514793"/>
              <a:gd name="T9" fmla="*/ 1348857 h 4464471"/>
              <a:gd name="T10" fmla="*/ 1770608 w 3514793"/>
              <a:gd name="T11" fmla="*/ 1128116 h 4464471"/>
              <a:gd name="T12" fmla="*/ 1787967 w 3514793"/>
              <a:gd name="T13" fmla="*/ 1109682 h 4464471"/>
              <a:gd name="T14" fmla="*/ 1787967 w 3514793"/>
              <a:gd name="T15" fmla="*/ 3853117 h 4464471"/>
              <a:gd name="T16" fmla="*/ 1961135 w 3514793"/>
              <a:gd name="T17" fmla="*/ 3853117 h 4464471"/>
              <a:gd name="T18" fmla="*/ 1961135 w 3514793"/>
              <a:gd name="T19" fmla="*/ 852817 h 4464471"/>
              <a:gd name="T20" fmla="*/ 81963 w 3514793"/>
              <a:gd name="T21" fmla="*/ 0 h 4464471"/>
              <a:gd name="T22" fmla="*/ 3432762 w 3514793"/>
              <a:gd name="T23" fmla="*/ 0 h 4464471"/>
              <a:gd name="T24" fmla="*/ 3514725 w 3514793"/>
              <a:gd name="T25" fmla="*/ 81986 h 4464471"/>
              <a:gd name="T26" fmla="*/ 3514725 w 3514793"/>
              <a:gd name="T27" fmla="*/ 4383652 h 4464471"/>
              <a:gd name="T28" fmla="*/ 3432762 w 3514793"/>
              <a:gd name="T29" fmla="*/ 4465638 h 4464471"/>
              <a:gd name="T30" fmla="*/ 81963 w 3514793"/>
              <a:gd name="T31" fmla="*/ 4465638 h 4464471"/>
              <a:gd name="T32" fmla="*/ 0 w 3514793"/>
              <a:gd name="T33" fmla="*/ 4383652 h 4464471"/>
              <a:gd name="T34" fmla="*/ 0 w 3514793"/>
              <a:gd name="T35" fmla="*/ 81986 h 4464471"/>
              <a:gd name="T36" fmla="*/ 81963 w 3514793"/>
              <a:gd name="T37" fmla="*/ 0 h 446447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3514793" h="4464471">
                <a:moveTo>
                  <a:pt x="1803713" y="852594"/>
                </a:moveTo>
                <a:cubicBezTo>
                  <a:pt x="1670550" y="988808"/>
                  <a:pt x="1546177" y="1099394"/>
                  <a:pt x="1430593" y="1184352"/>
                </a:cubicBezTo>
                <a:cubicBezTo>
                  <a:pt x="1315009" y="1269309"/>
                  <a:pt x="1172510" y="1343143"/>
                  <a:pt x="1003095" y="1405854"/>
                </a:cubicBezTo>
                <a:lnTo>
                  <a:pt x="1003095" y="1561810"/>
                </a:lnTo>
                <a:cubicBezTo>
                  <a:pt x="1193504" y="1510576"/>
                  <a:pt x="1358387" y="1439475"/>
                  <a:pt x="1497743" y="1348505"/>
                </a:cubicBezTo>
                <a:cubicBezTo>
                  <a:pt x="1602261" y="1280279"/>
                  <a:pt x="1693227" y="1206717"/>
                  <a:pt x="1770642" y="1127821"/>
                </a:cubicBezTo>
                <a:lnTo>
                  <a:pt x="1788002" y="1109392"/>
                </a:lnTo>
                <a:lnTo>
                  <a:pt x="1788002" y="3852110"/>
                </a:lnTo>
                <a:lnTo>
                  <a:pt x="1961173" y="3852110"/>
                </a:lnTo>
                <a:lnTo>
                  <a:pt x="1961173" y="852594"/>
                </a:lnTo>
                <a:lnTo>
                  <a:pt x="1803713" y="852594"/>
                </a:lnTo>
                <a:close/>
                <a:moveTo>
                  <a:pt x="81965" y="0"/>
                </a:moveTo>
                <a:lnTo>
                  <a:pt x="3432828" y="0"/>
                </a:lnTo>
                <a:cubicBezTo>
                  <a:pt x="3478096" y="0"/>
                  <a:pt x="3514793" y="36697"/>
                  <a:pt x="3514793" y="81965"/>
                </a:cubicBezTo>
                <a:lnTo>
                  <a:pt x="3514793" y="4382506"/>
                </a:lnTo>
                <a:cubicBezTo>
                  <a:pt x="3514793" y="4427774"/>
                  <a:pt x="3478096" y="4464471"/>
                  <a:pt x="3432828" y="4464471"/>
                </a:cubicBezTo>
                <a:lnTo>
                  <a:pt x="81965" y="4464471"/>
                </a:lnTo>
                <a:cubicBezTo>
                  <a:pt x="36697" y="4464471"/>
                  <a:pt x="0" y="4427774"/>
                  <a:pt x="0" y="4382506"/>
                </a:cubicBezTo>
                <a:lnTo>
                  <a:pt x="0" y="81965"/>
                </a:lnTo>
                <a:cubicBezTo>
                  <a:pt x="0" y="36697"/>
                  <a:pt x="36697" y="0"/>
                  <a:pt x="81965" y="0"/>
                </a:cubicBezTo>
                <a:close/>
              </a:path>
            </a:pathLst>
          </a:custGeom>
          <a:solidFill>
            <a:srgbClr val="F8C8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圆角矩形 6"/>
          <p:cNvSpPr>
            <a:spLocks noChangeArrowheads="1"/>
          </p:cNvSpPr>
          <p:nvPr/>
        </p:nvSpPr>
        <p:spPr bwMode="auto">
          <a:xfrm>
            <a:off x="4456113" y="227013"/>
            <a:ext cx="6794500" cy="6402387"/>
          </a:xfrm>
          <a:prstGeom prst="roundRect">
            <a:avLst>
              <a:gd name="adj" fmla="val 1532"/>
            </a:avLst>
          </a:prstGeom>
          <a:solidFill>
            <a:srgbClr val="FFFFFF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367" name="内容占位符 2"/>
          <p:cNvSpPr>
            <a:spLocks noGrp="1" noChangeArrowheads="1"/>
          </p:cNvSpPr>
          <p:nvPr>
            <p:ph type="subTitle" idx="1"/>
          </p:nvPr>
        </p:nvSpPr>
        <p:spPr>
          <a:xfrm>
            <a:off x="4441826" y="760934"/>
            <a:ext cx="6453956" cy="5604340"/>
          </a:xfrm>
        </p:spPr>
        <p:txBody>
          <a:bodyPr/>
          <a:lstStyle/>
          <a:p>
            <a:pPr marL="342900" lvl="1" indent="-342900" algn="just" eaLnBrk="1" hangingPunct="1">
              <a:buFont typeface="Wingdings" pitchFamily="2" charset="2"/>
              <a:buChar char="ü"/>
            </a:pPr>
            <a:r>
              <a:rPr lang="zh-TW" altLang="en-US" b="1" dirty="0"/>
              <a:t>此</a:t>
            </a:r>
            <a:r>
              <a:rPr lang="zh-TW" altLang="en-US" b="1" dirty="0" smtClean="0"/>
              <a:t>款</a:t>
            </a:r>
            <a:r>
              <a:rPr lang="en-US" altLang="zh-TW" b="1" dirty="0" smtClean="0"/>
              <a:t>APP</a:t>
            </a:r>
            <a:r>
              <a:rPr lang="zh-TW" altLang="en-US" b="1" dirty="0"/>
              <a:t>可提供用戶</a:t>
            </a:r>
            <a:r>
              <a:rPr lang="zh-TW" altLang="en-US" b="1" dirty="0" smtClean="0"/>
              <a:t>快速找尋屏東市所有的</a:t>
            </a:r>
            <a:r>
              <a:rPr lang="en-US" altLang="zh-TW" b="1" dirty="0" smtClean="0"/>
              <a:t>ATM</a:t>
            </a:r>
            <a:r>
              <a:rPr lang="zh-TW" altLang="en-US" b="1" dirty="0" smtClean="0"/>
              <a:t>及銀行單位，利用相關操作，可以導航、地圖查看、地圖縮放、指北針等功能。</a:t>
            </a:r>
            <a:r>
              <a:rPr lang="zh-CN" altLang="en-US" sz="2400" b="1" dirty="0" smtClean="0"/>
              <a:t>   </a:t>
            </a:r>
            <a:endParaRPr lang="en-US" altLang="zh-CN" sz="2400" b="1" dirty="0"/>
          </a:p>
          <a:p>
            <a:pPr marL="342900" lvl="1" indent="-342900" algn="just" eaLnBrk="1" hangingPunct="1">
              <a:buFont typeface="Wingdings" pitchFamily="2" charset="2"/>
              <a:buChar char="ü"/>
            </a:pPr>
            <a:r>
              <a:rPr lang="en-US" altLang="zh-TW" b="1" dirty="0" smtClean="0"/>
              <a:t>APP</a:t>
            </a:r>
            <a:r>
              <a:rPr lang="zh-TW" altLang="en-US" b="1" dirty="0" smtClean="0"/>
              <a:t>中所使用的資料都是採用政府的</a:t>
            </a:r>
            <a:r>
              <a:rPr lang="en-US" altLang="zh-TW" b="1" dirty="0" smtClean="0"/>
              <a:t>OPEN DATA</a:t>
            </a:r>
            <a:r>
              <a:rPr lang="zh-TW" altLang="en-US" b="1" dirty="0" smtClean="0"/>
              <a:t>，再經過我們的資料分析及比對，將早已關閉的商家或</a:t>
            </a:r>
            <a:r>
              <a:rPr lang="en-US" altLang="zh-TW" b="1" dirty="0" smtClean="0"/>
              <a:t>ATM</a:t>
            </a:r>
            <a:r>
              <a:rPr lang="zh-TW" altLang="en-US" b="1" dirty="0" smtClean="0"/>
              <a:t>剔除，以免使用者跑到現場卻發現早已人去樓空。</a:t>
            </a:r>
            <a:endParaRPr lang="zh-CN" altLang="en-US" b="1" dirty="0" smtClean="0"/>
          </a:p>
          <a:p>
            <a:pPr lvl="1" eaLnBrk="1" hangingPunct="1"/>
            <a:endParaRPr lang="zh-CN" altLang="en-US" sz="2400" b="1" dirty="0" smtClean="0"/>
          </a:p>
          <a:p>
            <a:pPr lvl="1" eaLnBrk="1" hangingPunct="1"/>
            <a:endParaRPr lang="en-US" altLang="zh-CN" sz="1800" dirty="0" smtClean="0"/>
          </a:p>
          <a:p>
            <a:pPr lvl="1" eaLnBrk="1" hangingPunct="1"/>
            <a:endParaRPr lang="en-US" altLang="zh-CN" sz="1800" dirty="0"/>
          </a:p>
          <a:p>
            <a:pPr lvl="1" eaLnBrk="1" hangingPunct="1"/>
            <a:endParaRPr lang="en-US" altLang="zh-CN" sz="1800" dirty="0" smtClean="0"/>
          </a:p>
          <a:p>
            <a:pPr lvl="1" eaLnBrk="1" hangingPunct="1"/>
            <a:endParaRPr lang="en-US" altLang="zh-CN" sz="1800" dirty="0"/>
          </a:p>
          <a:p>
            <a:pPr lvl="1" eaLnBrk="1" hangingPunct="1"/>
            <a:endParaRPr lang="en-US" altLang="zh-CN" sz="1800" dirty="0" smtClean="0"/>
          </a:p>
          <a:p>
            <a:pPr algn="l" eaLnBrk="1" hangingPunct="1"/>
            <a:endParaRPr lang="en-US" altLang="zh-TW" sz="2000" b="1" dirty="0"/>
          </a:p>
          <a:p>
            <a:pPr algn="l" eaLnBrk="1" hangingPunct="1"/>
            <a:endParaRPr lang="en-US" altLang="zh-TW" sz="2000" b="1" dirty="0"/>
          </a:p>
        </p:txBody>
      </p:sp>
      <p:sp>
        <p:nvSpPr>
          <p:cNvPr id="3" name="圓角矩形 2"/>
          <p:cNvSpPr/>
          <p:nvPr/>
        </p:nvSpPr>
        <p:spPr>
          <a:xfrm>
            <a:off x="941388" y="225425"/>
            <a:ext cx="3514726" cy="19383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smtClean="0">
                <a:latin typeface="+mj-ea"/>
                <a:ea typeface="+mj-ea"/>
              </a:rPr>
              <a:t>APP</a:t>
            </a:r>
            <a:r>
              <a:rPr lang="zh-TW" altLang="en-US" sz="3600" dirty="0" smtClean="0">
                <a:latin typeface="+mj-ea"/>
                <a:ea typeface="+mj-ea"/>
              </a:rPr>
              <a:t>介紹</a:t>
            </a:r>
            <a:endParaRPr lang="zh-TW" altLang="en-US" sz="3600" dirty="0">
              <a:latin typeface="+mj-ea"/>
              <a:ea typeface="+mj-ea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072" y="62025"/>
            <a:ext cx="1113638" cy="111363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57" y="2696778"/>
            <a:ext cx="1891784" cy="393421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-91290" y="0"/>
            <a:ext cx="1228329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任意多边形 17"/>
          <p:cNvSpPr>
            <a:spLocks noChangeArrowheads="1"/>
          </p:cNvSpPr>
          <p:nvPr/>
        </p:nvSpPr>
        <p:spPr bwMode="auto">
          <a:xfrm>
            <a:off x="941388" y="2165350"/>
            <a:ext cx="3514725" cy="4465638"/>
          </a:xfrm>
          <a:custGeom>
            <a:avLst/>
            <a:gdLst>
              <a:gd name="T0" fmla="*/ 1782190 w 3514793"/>
              <a:gd name="T1" fmla="*/ 1140028 h 4464471"/>
              <a:gd name="T2" fmla="*/ 1272447 w 3514793"/>
              <a:gd name="T3" fmla="*/ 1332356 h 4464471"/>
              <a:gd name="T4" fmla="*/ 1099068 w 3514793"/>
              <a:gd name="T5" fmla="*/ 1898468 h 4464471"/>
              <a:gd name="T6" fmla="*/ 1219417 w 3514793"/>
              <a:gd name="T7" fmla="*/ 1898468 h 4464471"/>
              <a:gd name="T8" fmla="*/ 1250656 w 3514793"/>
              <a:gd name="T9" fmla="*/ 1619188 h 4464471"/>
              <a:gd name="T10" fmla="*/ 1349049 w 3514793"/>
              <a:gd name="T11" fmla="*/ 1427239 h 4464471"/>
              <a:gd name="T12" fmla="*/ 1523093 w 3514793"/>
              <a:gd name="T13" fmla="*/ 1302439 h 4464471"/>
              <a:gd name="T14" fmla="*/ 1782190 w 3514793"/>
              <a:gd name="T15" fmla="*/ 1257420 h 4464471"/>
              <a:gd name="T16" fmla="*/ 1995614 w 3514793"/>
              <a:gd name="T17" fmla="*/ 1287432 h 4464471"/>
              <a:gd name="T18" fmla="*/ 2165124 w 3514793"/>
              <a:gd name="T19" fmla="*/ 1374479 h 4464471"/>
              <a:gd name="T20" fmla="*/ 2274887 w 3514793"/>
              <a:gd name="T21" fmla="*/ 1516303 h 4464471"/>
              <a:gd name="T22" fmla="*/ 2315146 w 3514793"/>
              <a:gd name="T23" fmla="*/ 1713025 h 4464471"/>
              <a:gd name="T24" fmla="*/ 2265155 w 3514793"/>
              <a:gd name="T25" fmla="*/ 1924516 h 4464471"/>
              <a:gd name="T26" fmla="*/ 2130776 w 3514793"/>
              <a:gd name="T27" fmla="*/ 2111929 h 4464471"/>
              <a:gd name="T28" fmla="*/ 1936009 w 3514793"/>
              <a:gd name="T29" fmla="*/ 2284289 h 4464471"/>
              <a:gd name="T30" fmla="*/ 1701149 w 3514793"/>
              <a:gd name="T31" fmla="*/ 2457646 h 4464471"/>
              <a:gd name="T32" fmla="*/ 1484946 w 3514793"/>
              <a:gd name="T33" fmla="*/ 2607995 h 4464471"/>
              <a:gd name="T34" fmla="*/ 1273729 w 3514793"/>
              <a:gd name="T35" fmla="*/ 2784771 h 4464471"/>
              <a:gd name="T36" fmla="*/ 1119031 w 3514793"/>
              <a:gd name="T37" fmla="*/ 2987595 h 4464471"/>
              <a:gd name="T38" fmla="*/ 1063935 w 3514793"/>
              <a:gd name="T39" fmla="*/ 3261010 h 4464471"/>
              <a:gd name="T40" fmla="*/ 2489191 w 3514793"/>
              <a:gd name="T41" fmla="*/ 3261010 h 4464471"/>
              <a:gd name="T42" fmla="*/ 2489191 w 3514793"/>
              <a:gd name="T43" fmla="*/ 3143619 h 4464471"/>
              <a:gd name="T44" fmla="*/ 1183668 w 3514793"/>
              <a:gd name="T45" fmla="*/ 3143619 h 4464471"/>
              <a:gd name="T46" fmla="*/ 1286547 w 3514793"/>
              <a:gd name="T47" fmla="*/ 2946019 h 4464471"/>
              <a:gd name="T48" fmla="*/ 1518037 w 3514793"/>
              <a:gd name="T49" fmla="*/ 2734315 h 4464471"/>
              <a:gd name="T50" fmla="*/ 1815802 w 3514793"/>
              <a:gd name="T51" fmla="*/ 2522919 h 4464471"/>
              <a:gd name="T52" fmla="*/ 2111406 w 3514793"/>
              <a:gd name="T53" fmla="*/ 2296185 h 4464471"/>
              <a:gd name="T54" fmla="*/ 2341970 w 3514793"/>
              <a:gd name="T55" fmla="*/ 2032148 h 4464471"/>
              <a:gd name="T56" fmla="*/ 2435544 w 3514793"/>
              <a:gd name="T57" fmla="*/ 1713025 h 4464471"/>
              <a:gd name="T58" fmla="*/ 2383582 w 3514793"/>
              <a:gd name="T59" fmla="*/ 1464114 h 4464471"/>
              <a:gd name="T60" fmla="*/ 2243340 w 3514793"/>
              <a:gd name="T61" fmla="*/ 1284488 h 4464471"/>
              <a:gd name="T62" fmla="*/ 2034853 w 3514793"/>
              <a:gd name="T63" fmla="*/ 1175976 h 4464471"/>
              <a:gd name="T64" fmla="*/ 1782190 w 3514793"/>
              <a:gd name="T65" fmla="*/ 1140028 h 4464471"/>
              <a:gd name="T66" fmla="*/ 81963 w 3514793"/>
              <a:gd name="T67" fmla="*/ 0 h 4464471"/>
              <a:gd name="T68" fmla="*/ 3432762 w 3514793"/>
              <a:gd name="T69" fmla="*/ 0 h 4464471"/>
              <a:gd name="T70" fmla="*/ 3514725 w 3514793"/>
              <a:gd name="T71" fmla="*/ 81986 h 4464471"/>
              <a:gd name="T72" fmla="*/ 3514725 w 3514793"/>
              <a:gd name="T73" fmla="*/ 4383652 h 4464471"/>
              <a:gd name="T74" fmla="*/ 3432762 w 3514793"/>
              <a:gd name="T75" fmla="*/ 4465638 h 4464471"/>
              <a:gd name="T76" fmla="*/ 81963 w 3514793"/>
              <a:gd name="T77" fmla="*/ 4465638 h 4464471"/>
              <a:gd name="T78" fmla="*/ 0 w 3514793"/>
              <a:gd name="T79" fmla="*/ 4383652 h 4464471"/>
              <a:gd name="T80" fmla="*/ 0 w 3514793"/>
              <a:gd name="T81" fmla="*/ 81986 h 4464471"/>
              <a:gd name="T82" fmla="*/ 81963 w 3514793"/>
              <a:gd name="T83" fmla="*/ 0 h 446447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514793" h="4464471">
                <a:moveTo>
                  <a:pt x="1782224" y="1139730"/>
                </a:moveTo>
                <a:cubicBezTo>
                  <a:pt x="1555984" y="1139730"/>
                  <a:pt x="1386067" y="1203823"/>
                  <a:pt x="1272472" y="1332008"/>
                </a:cubicBezTo>
                <a:cubicBezTo>
                  <a:pt x="1158877" y="1460194"/>
                  <a:pt x="1101083" y="1648849"/>
                  <a:pt x="1099089" y="1897972"/>
                </a:cubicBezTo>
                <a:lnTo>
                  <a:pt x="1219441" y="1897972"/>
                </a:lnTo>
                <a:cubicBezTo>
                  <a:pt x="1219441" y="1786593"/>
                  <a:pt x="1229854" y="1693524"/>
                  <a:pt x="1250680" y="1618765"/>
                </a:cubicBezTo>
                <a:cubicBezTo>
                  <a:pt x="1271506" y="1544005"/>
                  <a:pt x="1304305" y="1480039"/>
                  <a:pt x="1349075" y="1426866"/>
                </a:cubicBezTo>
                <a:cubicBezTo>
                  <a:pt x="1393845" y="1373693"/>
                  <a:pt x="1451861" y="1332103"/>
                  <a:pt x="1523122" y="1302099"/>
                </a:cubicBezTo>
                <a:cubicBezTo>
                  <a:pt x="1594384" y="1272093"/>
                  <a:pt x="1680751" y="1257091"/>
                  <a:pt x="1782224" y="1257091"/>
                </a:cubicBezTo>
                <a:cubicBezTo>
                  <a:pt x="1857837" y="1257091"/>
                  <a:pt x="1928980" y="1267093"/>
                  <a:pt x="1995653" y="1287096"/>
                </a:cubicBezTo>
                <a:cubicBezTo>
                  <a:pt x="2062325" y="1307099"/>
                  <a:pt x="2118830" y="1336107"/>
                  <a:pt x="2165166" y="1374120"/>
                </a:cubicBezTo>
                <a:cubicBezTo>
                  <a:pt x="2211503" y="1412133"/>
                  <a:pt x="2248091" y="1459395"/>
                  <a:pt x="2274931" y="1515907"/>
                </a:cubicBezTo>
                <a:cubicBezTo>
                  <a:pt x="2301771" y="1572420"/>
                  <a:pt x="2315191" y="1637977"/>
                  <a:pt x="2315191" y="1712577"/>
                </a:cubicBezTo>
                <a:cubicBezTo>
                  <a:pt x="2315191" y="1787811"/>
                  <a:pt x="2298527" y="1858290"/>
                  <a:pt x="2265199" y="1924013"/>
                </a:cubicBezTo>
                <a:cubicBezTo>
                  <a:pt x="2231870" y="1989735"/>
                  <a:pt x="2187077" y="2052190"/>
                  <a:pt x="2130817" y="2111377"/>
                </a:cubicBezTo>
                <a:cubicBezTo>
                  <a:pt x="2074558" y="2170564"/>
                  <a:pt x="2009634" y="2228002"/>
                  <a:pt x="1936046" y="2283692"/>
                </a:cubicBezTo>
                <a:cubicBezTo>
                  <a:pt x="1862458" y="2339382"/>
                  <a:pt x="1784170" y="2397152"/>
                  <a:pt x="1701182" y="2457004"/>
                </a:cubicBezTo>
                <a:cubicBezTo>
                  <a:pt x="1633892" y="2502296"/>
                  <a:pt x="1561823" y="2552399"/>
                  <a:pt x="1484975" y="2607313"/>
                </a:cubicBezTo>
                <a:cubicBezTo>
                  <a:pt x="1408127" y="2662227"/>
                  <a:pt x="1337720" y="2721137"/>
                  <a:pt x="1273754" y="2784043"/>
                </a:cubicBezTo>
                <a:cubicBezTo>
                  <a:pt x="1209787" y="2846949"/>
                  <a:pt x="1158220" y="2914540"/>
                  <a:pt x="1119053" y="2986814"/>
                </a:cubicBezTo>
                <a:cubicBezTo>
                  <a:pt x="1079885" y="3059089"/>
                  <a:pt x="1061519" y="3150203"/>
                  <a:pt x="1063956" y="3260158"/>
                </a:cubicBezTo>
                <a:lnTo>
                  <a:pt x="2489239" y="3260158"/>
                </a:lnTo>
                <a:lnTo>
                  <a:pt x="2489239" y="3142797"/>
                </a:lnTo>
                <a:lnTo>
                  <a:pt x="1183691" y="3142797"/>
                </a:lnTo>
                <a:cubicBezTo>
                  <a:pt x="1190718" y="3082122"/>
                  <a:pt x="1225012" y="3016273"/>
                  <a:pt x="1286572" y="2945249"/>
                </a:cubicBezTo>
                <a:cubicBezTo>
                  <a:pt x="1348133" y="2874224"/>
                  <a:pt x="1425298" y="2803675"/>
                  <a:pt x="1518066" y="2733600"/>
                </a:cubicBezTo>
                <a:cubicBezTo>
                  <a:pt x="1610835" y="2663525"/>
                  <a:pt x="1710091" y="2593078"/>
                  <a:pt x="1815837" y="2522260"/>
                </a:cubicBezTo>
                <a:cubicBezTo>
                  <a:pt x="1921582" y="2451441"/>
                  <a:pt x="2020119" y="2375883"/>
                  <a:pt x="2111447" y="2295585"/>
                </a:cubicBezTo>
                <a:cubicBezTo>
                  <a:pt x="2202775" y="2215287"/>
                  <a:pt x="2279631" y="2127298"/>
                  <a:pt x="2342015" y="2031617"/>
                </a:cubicBezTo>
                <a:cubicBezTo>
                  <a:pt x="2404399" y="1935937"/>
                  <a:pt x="2435591" y="1829590"/>
                  <a:pt x="2435591" y="1712577"/>
                </a:cubicBezTo>
                <a:cubicBezTo>
                  <a:pt x="2435591" y="1618037"/>
                  <a:pt x="2418270" y="1535088"/>
                  <a:pt x="2383628" y="1463731"/>
                </a:cubicBezTo>
                <a:cubicBezTo>
                  <a:pt x="2348986" y="1392374"/>
                  <a:pt x="2302238" y="1332515"/>
                  <a:pt x="2243383" y="1284152"/>
                </a:cubicBezTo>
                <a:cubicBezTo>
                  <a:pt x="2184529" y="1235790"/>
                  <a:pt x="2115032" y="1199629"/>
                  <a:pt x="2034892" y="1175669"/>
                </a:cubicBezTo>
                <a:cubicBezTo>
                  <a:pt x="1954752" y="1151710"/>
                  <a:pt x="1870529" y="1139730"/>
                  <a:pt x="1782224" y="1139730"/>
                </a:cubicBezTo>
                <a:close/>
                <a:moveTo>
                  <a:pt x="81965" y="0"/>
                </a:moveTo>
                <a:lnTo>
                  <a:pt x="3432828" y="0"/>
                </a:lnTo>
                <a:cubicBezTo>
                  <a:pt x="3478096" y="0"/>
                  <a:pt x="3514793" y="36697"/>
                  <a:pt x="3514793" y="81965"/>
                </a:cubicBezTo>
                <a:lnTo>
                  <a:pt x="3514793" y="4382506"/>
                </a:lnTo>
                <a:cubicBezTo>
                  <a:pt x="3514793" y="4427774"/>
                  <a:pt x="3478096" y="4464471"/>
                  <a:pt x="3432828" y="4464471"/>
                </a:cubicBezTo>
                <a:lnTo>
                  <a:pt x="81965" y="4464471"/>
                </a:lnTo>
                <a:cubicBezTo>
                  <a:pt x="36697" y="4464471"/>
                  <a:pt x="0" y="4427774"/>
                  <a:pt x="0" y="4382506"/>
                </a:cubicBezTo>
                <a:lnTo>
                  <a:pt x="0" y="81965"/>
                </a:lnTo>
                <a:cubicBezTo>
                  <a:pt x="0" y="36697"/>
                  <a:pt x="36697" y="0"/>
                  <a:pt x="81965" y="0"/>
                </a:cubicBezTo>
                <a:close/>
              </a:path>
            </a:pathLst>
          </a:custGeom>
          <a:solidFill>
            <a:srgbClr val="F8C8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圆角矩形 10"/>
          <p:cNvSpPr>
            <a:spLocks noChangeArrowheads="1"/>
          </p:cNvSpPr>
          <p:nvPr/>
        </p:nvSpPr>
        <p:spPr bwMode="auto">
          <a:xfrm>
            <a:off x="4456113" y="227013"/>
            <a:ext cx="6794500" cy="6402387"/>
          </a:xfrm>
          <a:prstGeom prst="roundRect">
            <a:avLst>
              <a:gd name="adj" fmla="val 1532"/>
            </a:avLst>
          </a:prstGeom>
          <a:solidFill>
            <a:srgbClr val="FFFFFF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41388" y="228615"/>
            <a:ext cx="3514726" cy="19383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dirty="0">
                <a:latin typeface="+mj-ea"/>
                <a:ea typeface="+mj-ea"/>
              </a:rPr>
              <a:t>特色與巧思</a:t>
            </a: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072" y="62025"/>
            <a:ext cx="1113638" cy="111363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643" y="2387600"/>
            <a:ext cx="1824299" cy="379386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466" y="2387599"/>
            <a:ext cx="1824299" cy="3793865"/>
          </a:xfrm>
          <a:prstGeom prst="rect">
            <a:avLst/>
          </a:prstGeom>
        </p:spPr>
      </p:pic>
      <p:sp>
        <p:nvSpPr>
          <p:cNvPr id="6" name="向右箭號 5"/>
          <p:cNvSpPr/>
          <p:nvPr/>
        </p:nvSpPr>
        <p:spPr>
          <a:xfrm>
            <a:off x="7151062" y="3824951"/>
            <a:ext cx="1404602" cy="653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内容占位符 2"/>
          <p:cNvSpPr txBox="1">
            <a:spLocks noChangeArrowheads="1"/>
          </p:cNvSpPr>
          <p:nvPr/>
        </p:nvSpPr>
        <p:spPr bwMode="auto">
          <a:xfrm>
            <a:off x="4735254" y="865720"/>
            <a:ext cx="6086713" cy="129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457200" lvl="1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lvl="2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lvl="3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lvl="4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lvl="5" indent="0" algn="ctr" defTabSz="914400" eaLnBrk="1" fontAlgn="base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6pPr>
            <a:lvl7pPr marL="2743200" lvl="6" indent="0" algn="ctr" defTabSz="914400" eaLnBrk="1" fontAlgn="base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7pPr>
            <a:lvl8pPr marL="3200400" lvl="7" indent="0" algn="ctr" defTabSz="914400" eaLnBrk="1" fontAlgn="base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8pPr>
            <a:lvl9pPr marL="3657600" lvl="8" indent="0" algn="ctr" defTabSz="914400" eaLnBrk="1" fontAlgn="base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9pPr>
          </a:lstStyle>
          <a:p>
            <a:pPr eaLnBrk="1" hangingPunct="1"/>
            <a:r>
              <a:rPr lang="zh-TW" altLang="en-US" sz="2000" b="1" dirty="0">
                <a:sym typeface="Arial" panose="020B0604020202020204" pitchFamily="34" charset="0"/>
              </a:rPr>
              <a:t>按了左上角的衛星</a:t>
            </a:r>
            <a:r>
              <a:rPr lang="en-US" altLang="zh-TW" sz="2000" b="1" dirty="0">
                <a:sym typeface="Arial" panose="020B0604020202020204" pitchFamily="34" charset="0"/>
              </a:rPr>
              <a:t>ICON</a:t>
            </a:r>
            <a:r>
              <a:rPr lang="zh-TW" altLang="en-US" sz="2000" b="1" dirty="0">
                <a:sym typeface="Arial" panose="020B0604020202020204" pitchFamily="34" charset="0"/>
              </a:rPr>
              <a:t>後</a:t>
            </a:r>
            <a:r>
              <a:rPr lang="en-US" altLang="zh-TW" sz="2000" b="1" dirty="0">
                <a:sym typeface="Arial" panose="020B0604020202020204" pitchFamily="34" charset="0"/>
              </a:rPr>
              <a:t>(ICON</a:t>
            </a:r>
            <a:r>
              <a:rPr lang="zh-TW" altLang="en-US" sz="2000" b="1" dirty="0">
                <a:sym typeface="Arial" panose="020B0604020202020204" pitchFamily="34" charset="0"/>
              </a:rPr>
              <a:t>會變色</a:t>
            </a:r>
            <a:r>
              <a:rPr lang="en-US" altLang="zh-TW" sz="2000" b="1" dirty="0">
                <a:sym typeface="Arial" panose="020B0604020202020204" pitchFamily="34" charset="0"/>
              </a:rPr>
              <a:t>)</a:t>
            </a:r>
            <a:r>
              <a:rPr lang="zh-TW" altLang="en-US" sz="2000" b="1" dirty="0" smtClean="0">
                <a:sym typeface="Arial" panose="020B0604020202020204" pitchFamily="34" charset="0"/>
              </a:rPr>
              <a:t>，</a:t>
            </a:r>
            <a:endParaRPr lang="en-US" altLang="zh-TW" sz="2000" b="1" dirty="0" smtClean="0">
              <a:sym typeface="Arial" panose="020B0604020202020204" pitchFamily="34" charset="0"/>
            </a:endParaRPr>
          </a:p>
          <a:p>
            <a:pPr eaLnBrk="1" hangingPunct="1"/>
            <a:r>
              <a:rPr lang="zh-TW" altLang="en-US" sz="2000" b="1" dirty="0" smtClean="0">
                <a:sym typeface="Arial" panose="020B0604020202020204" pitchFamily="34" charset="0"/>
              </a:rPr>
              <a:t>可以</a:t>
            </a:r>
            <a:r>
              <a:rPr lang="zh-TW" altLang="en-US" sz="2000" b="1" dirty="0">
                <a:sym typeface="Arial" panose="020B0604020202020204" pitchFamily="34" charset="0"/>
              </a:rPr>
              <a:t>把</a:t>
            </a:r>
            <a:r>
              <a:rPr lang="zh-TW" altLang="en-US" sz="2000" b="1" dirty="0" smtClean="0">
                <a:sym typeface="Arial" panose="020B0604020202020204" pitchFamily="34" charset="0"/>
              </a:rPr>
              <a:t>地圖轉成「衛星圖」。</a:t>
            </a:r>
            <a:endParaRPr lang="en-US" altLang="zh-TW" sz="2000" b="1" dirty="0">
              <a:sym typeface="Arial" panose="020B0604020202020204" pitchFamily="34" charset="0"/>
            </a:endParaRPr>
          </a:p>
          <a:p>
            <a:pPr algn="l" eaLnBrk="1" hangingPunct="1"/>
            <a:endParaRPr lang="zh-CN" altLang="en-US" sz="2000" b="1" dirty="0" smtClean="0"/>
          </a:p>
          <a:p>
            <a:pPr lvl="1" eaLnBrk="1" hangingPunct="1"/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   </a:t>
            </a:r>
          </a:p>
          <a:p>
            <a:pPr lvl="1" eaLnBrk="1" hangingPunct="1"/>
            <a:endParaRPr lang="zh-CN" altLang="en-US" sz="2400" dirty="0" smtClean="0"/>
          </a:p>
          <a:p>
            <a:pPr lvl="1" eaLnBrk="1" hangingPunct="1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919852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-91290" y="0"/>
            <a:ext cx="1228329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任意多边形 17"/>
          <p:cNvSpPr>
            <a:spLocks noChangeArrowheads="1"/>
          </p:cNvSpPr>
          <p:nvPr/>
        </p:nvSpPr>
        <p:spPr bwMode="auto">
          <a:xfrm>
            <a:off x="941388" y="2165350"/>
            <a:ext cx="3514725" cy="4465638"/>
          </a:xfrm>
          <a:custGeom>
            <a:avLst/>
            <a:gdLst>
              <a:gd name="T0" fmla="*/ 1782190 w 3514793"/>
              <a:gd name="T1" fmla="*/ 1140028 h 4464471"/>
              <a:gd name="T2" fmla="*/ 1272447 w 3514793"/>
              <a:gd name="T3" fmla="*/ 1332356 h 4464471"/>
              <a:gd name="T4" fmla="*/ 1099068 w 3514793"/>
              <a:gd name="T5" fmla="*/ 1898468 h 4464471"/>
              <a:gd name="T6" fmla="*/ 1219417 w 3514793"/>
              <a:gd name="T7" fmla="*/ 1898468 h 4464471"/>
              <a:gd name="T8" fmla="*/ 1250656 w 3514793"/>
              <a:gd name="T9" fmla="*/ 1619188 h 4464471"/>
              <a:gd name="T10" fmla="*/ 1349049 w 3514793"/>
              <a:gd name="T11" fmla="*/ 1427239 h 4464471"/>
              <a:gd name="T12" fmla="*/ 1523093 w 3514793"/>
              <a:gd name="T13" fmla="*/ 1302439 h 4464471"/>
              <a:gd name="T14" fmla="*/ 1782190 w 3514793"/>
              <a:gd name="T15" fmla="*/ 1257420 h 4464471"/>
              <a:gd name="T16" fmla="*/ 1995614 w 3514793"/>
              <a:gd name="T17" fmla="*/ 1287432 h 4464471"/>
              <a:gd name="T18" fmla="*/ 2165124 w 3514793"/>
              <a:gd name="T19" fmla="*/ 1374479 h 4464471"/>
              <a:gd name="T20" fmla="*/ 2274887 w 3514793"/>
              <a:gd name="T21" fmla="*/ 1516303 h 4464471"/>
              <a:gd name="T22" fmla="*/ 2315146 w 3514793"/>
              <a:gd name="T23" fmla="*/ 1713025 h 4464471"/>
              <a:gd name="T24" fmla="*/ 2265155 w 3514793"/>
              <a:gd name="T25" fmla="*/ 1924516 h 4464471"/>
              <a:gd name="T26" fmla="*/ 2130776 w 3514793"/>
              <a:gd name="T27" fmla="*/ 2111929 h 4464471"/>
              <a:gd name="T28" fmla="*/ 1936009 w 3514793"/>
              <a:gd name="T29" fmla="*/ 2284289 h 4464471"/>
              <a:gd name="T30" fmla="*/ 1701149 w 3514793"/>
              <a:gd name="T31" fmla="*/ 2457646 h 4464471"/>
              <a:gd name="T32" fmla="*/ 1484946 w 3514793"/>
              <a:gd name="T33" fmla="*/ 2607995 h 4464471"/>
              <a:gd name="T34" fmla="*/ 1273729 w 3514793"/>
              <a:gd name="T35" fmla="*/ 2784771 h 4464471"/>
              <a:gd name="T36" fmla="*/ 1119031 w 3514793"/>
              <a:gd name="T37" fmla="*/ 2987595 h 4464471"/>
              <a:gd name="T38" fmla="*/ 1063935 w 3514793"/>
              <a:gd name="T39" fmla="*/ 3261010 h 4464471"/>
              <a:gd name="T40" fmla="*/ 2489191 w 3514793"/>
              <a:gd name="T41" fmla="*/ 3261010 h 4464471"/>
              <a:gd name="T42" fmla="*/ 2489191 w 3514793"/>
              <a:gd name="T43" fmla="*/ 3143619 h 4464471"/>
              <a:gd name="T44" fmla="*/ 1183668 w 3514793"/>
              <a:gd name="T45" fmla="*/ 3143619 h 4464471"/>
              <a:gd name="T46" fmla="*/ 1286547 w 3514793"/>
              <a:gd name="T47" fmla="*/ 2946019 h 4464471"/>
              <a:gd name="T48" fmla="*/ 1518037 w 3514793"/>
              <a:gd name="T49" fmla="*/ 2734315 h 4464471"/>
              <a:gd name="T50" fmla="*/ 1815802 w 3514793"/>
              <a:gd name="T51" fmla="*/ 2522919 h 4464471"/>
              <a:gd name="T52" fmla="*/ 2111406 w 3514793"/>
              <a:gd name="T53" fmla="*/ 2296185 h 4464471"/>
              <a:gd name="T54" fmla="*/ 2341970 w 3514793"/>
              <a:gd name="T55" fmla="*/ 2032148 h 4464471"/>
              <a:gd name="T56" fmla="*/ 2435544 w 3514793"/>
              <a:gd name="T57" fmla="*/ 1713025 h 4464471"/>
              <a:gd name="T58" fmla="*/ 2383582 w 3514793"/>
              <a:gd name="T59" fmla="*/ 1464114 h 4464471"/>
              <a:gd name="T60" fmla="*/ 2243340 w 3514793"/>
              <a:gd name="T61" fmla="*/ 1284488 h 4464471"/>
              <a:gd name="T62" fmla="*/ 2034853 w 3514793"/>
              <a:gd name="T63" fmla="*/ 1175976 h 4464471"/>
              <a:gd name="T64" fmla="*/ 1782190 w 3514793"/>
              <a:gd name="T65" fmla="*/ 1140028 h 4464471"/>
              <a:gd name="T66" fmla="*/ 81963 w 3514793"/>
              <a:gd name="T67" fmla="*/ 0 h 4464471"/>
              <a:gd name="T68" fmla="*/ 3432762 w 3514793"/>
              <a:gd name="T69" fmla="*/ 0 h 4464471"/>
              <a:gd name="T70" fmla="*/ 3514725 w 3514793"/>
              <a:gd name="T71" fmla="*/ 81986 h 4464471"/>
              <a:gd name="T72" fmla="*/ 3514725 w 3514793"/>
              <a:gd name="T73" fmla="*/ 4383652 h 4464471"/>
              <a:gd name="T74" fmla="*/ 3432762 w 3514793"/>
              <a:gd name="T75" fmla="*/ 4465638 h 4464471"/>
              <a:gd name="T76" fmla="*/ 81963 w 3514793"/>
              <a:gd name="T77" fmla="*/ 4465638 h 4464471"/>
              <a:gd name="T78" fmla="*/ 0 w 3514793"/>
              <a:gd name="T79" fmla="*/ 4383652 h 4464471"/>
              <a:gd name="T80" fmla="*/ 0 w 3514793"/>
              <a:gd name="T81" fmla="*/ 81986 h 4464471"/>
              <a:gd name="T82" fmla="*/ 81963 w 3514793"/>
              <a:gd name="T83" fmla="*/ 0 h 446447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514793" h="4464471">
                <a:moveTo>
                  <a:pt x="1782224" y="1139730"/>
                </a:moveTo>
                <a:cubicBezTo>
                  <a:pt x="1555984" y="1139730"/>
                  <a:pt x="1386067" y="1203823"/>
                  <a:pt x="1272472" y="1332008"/>
                </a:cubicBezTo>
                <a:cubicBezTo>
                  <a:pt x="1158877" y="1460194"/>
                  <a:pt x="1101083" y="1648849"/>
                  <a:pt x="1099089" y="1897972"/>
                </a:cubicBezTo>
                <a:lnTo>
                  <a:pt x="1219441" y="1897972"/>
                </a:lnTo>
                <a:cubicBezTo>
                  <a:pt x="1219441" y="1786593"/>
                  <a:pt x="1229854" y="1693524"/>
                  <a:pt x="1250680" y="1618765"/>
                </a:cubicBezTo>
                <a:cubicBezTo>
                  <a:pt x="1271506" y="1544005"/>
                  <a:pt x="1304305" y="1480039"/>
                  <a:pt x="1349075" y="1426866"/>
                </a:cubicBezTo>
                <a:cubicBezTo>
                  <a:pt x="1393845" y="1373693"/>
                  <a:pt x="1451861" y="1332103"/>
                  <a:pt x="1523122" y="1302099"/>
                </a:cubicBezTo>
                <a:cubicBezTo>
                  <a:pt x="1594384" y="1272093"/>
                  <a:pt x="1680751" y="1257091"/>
                  <a:pt x="1782224" y="1257091"/>
                </a:cubicBezTo>
                <a:cubicBezTo>
                  <a:pt x="1857837" y="1257091"/>
                  <a:pt x="1928980" y="1267093"/>
                  <a:pt x="1995653" y="1287096"/>
                </a:cubicBezTo>
                <a:cubicBezTo>
                  <a:pt x="2062325" y="1307099"/>
                  <a:pt x="2118830" y="1336107"/>
                  <a:pt x="2165166" y="1374120"/>
                </a:cubicBezTo>
                <a:cubicBezTo>
                  <a:pt x="2211503" y="1412133"/>
                  <a:pt x="2248091" y="1459395"/>
                  <a:pt x="2274931" y="1515907"/>
                </a:cubicBezTo>
                <a:cubicBezTo>
                  <a:pt x="2301771" y="1572420"/>
                  <a:pt x="2315191" y="1637977"/>
                  <a:pt x="2315191" y="1712577"/>
                </a:cubicBezTo>
                <a:cubicBezTo>
                  <a:pt x="2315191" y="1787811"/>
                  <a:pt x="2298527" y="1858290"/>
                  <a:pt x="2265199" y="1924013"/>
                </a:cubicBezTo>
                <a:cubicBezTo>
                  <a:pt x="2231870" y="1989735"/>
                  <a:pt x="2187077" y="2052190"/>
                  <a:pt x="2130817" y="2111377"/>
                </a:cubicBezTo>
                <a:cubicBezTo>
                  <a:pt x="2074558" y="2170564"/>
                  <a:pt x="2009634" y="2228002"/>
                  <a:pt x="1936046" y="2283692"/>
                </a:cubicBezTo>
                <a:cubicBezTo>
                  <a:pt x="1862458" y="2339382"/>
                  <a:pt x="1784170" y="2397152"/>
                  <a:pt x="1701182" y="2457004"/>
                </a:cubicBezTo>
                <a:cubicBezTo>
                  <a:pt x="1633892" y="2502296"/>
                  <a:pt x="1561823" y="2552399"/>
                  <a:pt x="1484975" y="2607313"/>
                </a:cubicBezTo>
                <a:cubicBezTo>
                  <a:pt x="1408127" y="2662227"/>
                  <a:pt x="1337720" y="2721137"/>
                  <a:pt x="1273754" y="2784043"/>
                </a:cubicBezTo>
                <a:cubicBezTo>
                  <a:pt x="1209787" y="2846949"/>
                  <a:pt x="1158220" y="2914540"/>
                  <a:pt x="1119053" y="2986814"/>
                </a:cubicBezTo>
                <a:cubicBezTo>
                  <a:pt x="1079885" y="3059089"/>
                  <a:pt x="1061519" y="3150203"/>
                  <a:pt x="1063956" y="3260158"/>
                </a:cubicBezTo>
                <a:lnTo>
                  <a:pt x="2489239" y="3260158"/>
                </a:lnTo>
                <a:lnTo>
                  <a:pt x="2489239" y="3142797"/>
                </a:lnTo>
                <a:lnTo>
                  <a:pt x="1183691" y="3142797"/>
                </a:lnTo>
                <a:cubicBezTo>
                  <a:pt x="1190718" y="3082122"/>
                  <a:pt x="1225012" y="3016273"/>
                  <a:pt x="1286572" y="2945249"/>
                </a:cubicBezTo>
                <a:cubicBezTo>
                  <a:pt x="1348133" y="2874224"/>
                  <a:pt x="1425298" y="2803675"/>
                  <a:pt x="1518066" y="2733600"/>
                </a:cubicBezTo>
                <a:cubicBezTo>
                  <a:pt x="1610835" y="2663525"/>
                  <a:pt x="1710091" y="2593078"/>
                  <a:pt x="1815837" y="2522260"/>
                </a:cubicBezTo>
                <a:cubicBezTo>
                  <a:pt x="1921582" y="2451441"/>
                  <a:pt x="2020119" y="2375883"/>
                  <a:pt x="2111447" y="2295585"/>
                </a:cubicBezTo>
                <a:cubicBezTo>
                  <a:pt x="2202775" y="2215287"/>
                  <a:pt x="2279631" y="2127298"/>
                  <a:pt x="2342015" y="2031617"/>
                </a:cubicBezTo>
                <a:cubicBezTo>
                  <a:pt x="2404399" y="1935937"/>
                  <a:pt x="2435591" y="1829590"/>
                  <a:pt x="2435591" y="1712577"/>
                </a:cubicBezTo>
                <a:cubicBezTo>
                  <a:pt x="2435591" y="1618037"/>
                  <a:pt x="2418270" y="1535088"/>
                  <a:pt x="2383628" y="1463731"/>
                </a:cubicBezTo>
                <a:cubicBezTo>
                  <a:pt x="2348986" y="1392374"/>
                  <a:pt x="2302238" y="1332515"/>
                  <a:pt x="2243383" y="1284152"/>
                </a:cubicBezTo>
                <a:cubicBezTo>
                  <a:pt x="2184529" y="1235790"/>
                  <a:pt x="2115032" y="1199629"/>
                  <a:pt x="2034892" y="1175669"/>
                </a:cubicBezTo>
                <a:cubicBezTo>
                  <a:pt x="1954752" y="1151710"/>
                  <a:pt x="1870529" y="1139730"/>
                  <a:pt x="1782224" y="1139730"/>
                </a:cubicBezTo>
                <a:close/>
                <a:moveTo>
                  <a:pt x="81965" y="0"/>
                </a:moveTo>
                <a:lnTo>
                  <a:pt x="3432828" y="0"/>
                </a:lnTo>
                <a:cubicBezTo>
                  <a:pt x="3478096" y="0"/>
                  <a:pt x="3514793" y="36697"/>
                  <a:pt x="3514793" y="81965"/>
                </a:cubicBezTo>
                <a:lnTo>
                  <a:pt x="3514793" y="4382506"/>
                </a:lnTo>
                <a:cubicBezTo>
                  <a:pt x="3514793" y="4427774"/>
                  <a:pt x="3478096" y="4464471"/>
                  <a:pt x="3432828" y="4464471"/>
                </a:cubicBezTo>
                <a:lnTo>
                  <a:pt x="81965" y="4464471"/>
                </a:lnTo>
                <a:cubicBezTo>
                  <a:pt x="36697" y="4464471"/>
                  <a:pt x="0" y="4427774"/>
                  <a:pt x="0" y="4382506"/>
                </a:cubicBezTo>
                <a:lnTo>
                  <a:pt x="0" y="81965"/>
                </a:lnTo>
                <a:cubicBezTo>
                  <a:pt x="0" y="36697"/>
                  <a:pt x="36697" y="0"/>
                  <a:pt x="81965" y="0"/>
                </a:cubicBezTo>
                <a:close/>
              </a:path>
            </a:pathLst>
          </a:custGeom>
          <a:solidFill>
            <a:srgbClr val="F8C8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圆角矩形 10"/>
          <p:cNvSpPr>
            <a:spLocks noChangeArrowheads="1"/>
          </p:cNvSpPr>
          <p:nvPr/>
        </p:nvSpPr>
        <p:spPr bwMode="auto">
          <a:xfrm>
            <a:off x="4456113" y="227013"/>
            <a:ext cx="6794500" cy="6402387"/>
          </a:xfrm>
          <a:prstGeom prst="roundRect">
            <a:avLst>
              <a:gd name="adj" fmla="val 1532"/>
            </a:avLst>
          </a:prstGeom>
          <a:solidFill>
            <a:srgbClr val="FFFFFF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415" name="内容占位符 2"/>
          <p:cNvSpPr>
            <a:spLocks noGrp="1" noChangeArrowheads="1"/>
          </p:cNvSpPr>
          <p:nvPr>
            <p:ph type="subTitle" idx="1"/>
          </p:nvPr>
        </p:nvSpPr>
        <p:spPr>
          <a:xfrm>
            <a:off x="4735254" y="865720"/>
            <a:ext cx="6086713" cy="129963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sz="2000" b="1" dirty="0"/>
              <a:t>點擊</a:t>
            </a:r>
            <a:r>
              <a:rPr lang="en-US" altLang="zh-TW" sz="2000" b="1" dirty="0"/>
              <a:t>bank</a:t>
            </a:r>
            <a:r>
              <a:rPr lang="zh-TW" altLang="en-US" sz="2000" b="1" dirty="0"/>
              <a:t>的</a:t>
            </a:r>
            <a:r>
              <a:rPr lang="en-US" altLang="zh-TW" sz="2000" b="1" dirty="0" smtClean="0"/>
              <a:t>icon</a:t>
            </a:r>
            <a:r>
              <a:rPr lang="zh-TW" altLang="en-US" sz="2000" b="1" dirty="0" smtClean="0"/>
              <a:t>後，</a:t>
            </a:r>
            <a:endParaRPr lang="en-US" altLang="zh-TW" sz="2000" b="1" dirty="0" smtClean="0"/>
          </a:p>
          <a:p>
            <a:pPr eaLnBrk="1" hangingPunct="1"/>
            <a:r>
              <a:rPr lang="zh-TW" altLang="en-US" sz="2000" b="1" dirty="0" smtClean="0"/>
              <a:t>有</a:t>
            </a:r>
            <a:r>
              <a:rPr lang="zh-TW" altLang="en-US" sz="2000" b="1" dirty="0"/>
              <a:t>該分行的</a:t>
            </a:r>
            <a:r>
              <a:rPr lang="zh-TW" altLang="en-US" sz="2000" b="1" dirty="0" smtClean="0"/>
              <a:t>資訊</a:t>
            </a:r>
            <a:r>
              <a:rPr lang="en-US" altLang="zh-TW" sz="2000" b="1" dirty="0" smtClean="0"/>
              <a:t>(</a:t>
            </a:r>
            <a:r>
              <a:rPr lang="zh-TW" altLang="en-US" sz="2000" b="1" dirty="0" smtClean="0"/>
              <a:t>電話、地址、營業時間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可閱覽</a:t>
            </a:r>
            <a:r>
              <a:rPr lang="zh-TW" altLang="en-US" sz="2000" b="1" dirty="0"/>
              <a:t>。</a:t>
            </a:r>
            <a:endParaRPr lang="zh-CN" altLang="en-US" sz="2000" b="1" dirty="0"/>
          </a:p>
          <a:p>
            <a:pPr algn="l" eaLnBrk="1" hangingPunct="1"/>
            <a:endParaRPr lang="zh-CN" altLang="en-US" sz="2000" b="1" dirty="0"/>
          </a:p>
          <a:p>
            <a:pPr lvl="1" eaLnBrk="1" hangingPunct="1"/>
            <a:endParaRPr lang="zh-CN" altLang="en-US" sz="2400" dirty="0"/>
          </a:p>
          <a:p>
            <a:pPr lvl="1" eaLnBrk="1" hangingPunct="1"/>
            <a:r>
              <a:rPr lang="zh-CN" altLang="en-US" sz="2400" dirty="0"/>
              <a:t>   </a:t>
            </a:r>
          </a:p>
          <a:p>
            <a:pPr lvl="1" eaLnBrk="1" hangingPunct="1"/>
            <a:endParaRPr lang="zh-CN" altLang="en-US" sz="2400" dirty="0"/>
          </a:p>
          <a:p>
            <a:pPr lvl="1" eaLnBrk="1" hangingPunct="1"/>
            <a:endParaRPr lang="zh-CN" altLang="en-US" sz="2400" dirty="0"/>
          </a:p>
        </p:txBody>
      </p:sp>
      <p:sp>
        <p:nvSpPr>
          <p:cNvPr id="10" name="圓角矩形 9"/>
          <p:cNvSpPr/>
          <p:nvPr/>
        </p:nvSpPr>
        <p:spPr>
          <a:xfrm>
            <a:off x="941388" y="228615"/>
            <a:ext cx="3514726" cy="19383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dirty="0">
                <a:latin typeface="+mj-ea"/>
                <a:ea typeface="+mj-ea"/>
              </a:rPr>
              <a:t>特色與巧思</a:t>
            </a: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072" y="62025"/>
            <a:ext cx="1113638" cy="1113638"/>
          </a:xfrm>
          <a:prstGeom prst="rect">
            <a:avLst/>
          </a:prstGeom>
        </p:spPr>
      </p:pic>
      <p:sp>
        <p:nvSpPr>
          <p:cNvPr id="6" name="向右箭號 5"/>
          <p:cNvSpPr/>
          <p:nvPr/>
        </p:nvSpPr>
        <p:spPr>
          <a:xfrm>
            <a:off x="7151062" y="3824951"/>
            <a:ext cx="1404602" cy="653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389" y="2360972"/>
            <a:ext cx="1837103" cy="382049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234" y="2360969"/>
            <a:ext cx="1837104" cy="382049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-91290" y="0"/>
            <a:ext cx="1228329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任意多边形 17"/>
          <p:cNvSpPr>
            <a:spLocks noChangeArrowheads="1"/>
          </p:cNvSpPr>
          <p:nvPr/>
        </p:nvSpPr>
        <p:spPr bwMode="auto">
          <a:xfrm>
            <a:off x="941388" y="2165350"/>
            <a:ext cx="3514725" cy="4465638"/>
          </a:xfrm>
          <a:custGeom>
            <a:avLst/>
            <a:gdLst>
              <a:gd name="T0" fmla="*/ 1782190 w 3514793"/>
              <a:gd name="T1" fmla="*/ 1140028 h 4464471"/>
              <a:gd name="T2" fmla="*/ 1272447 w 3514793"/>
              <a:gd name="T3" fmla="*/ 1332356 h 4464471"/>
              <a:gd name="T4" fmla="*/ 1099068 w 3514793"/>
              <a:gd name="T5" fmla="*/ 1898468 h 4464471"/>
              <a:gd name="T6" fmla="*/ 1219417 w 3514793"/>
              <a:gd name="T7" fmla="*/ 1898468 h 4464471"/>
              <a:gd name="T8" fmla="*/ 1250656 w 3514793"/>
              <a:gd name="T9" fmla="*/ 1619188 h 4464471"/>
              <a:gd name="T10" fmla="*/ 1349049 w 3514793"/>
              <a:gd name="T11" fmla="*/ 1427239 h 4464471"/>
              <a:gd name="T12" fmla="*/ 1523093 w 3514793"/>
              <a:gd name="T13" fmla="*/ 1302439 h 4464471"/>
              <a:gd name="T14" fmla="*/ 1782190 w 3514793"/>
              <a:gd name="T15" fmla="*/ 1257420 h 4464471"/>
              <a:gd name="T16" fmla="*/ 1995614 w 3514793"/>
              <a:gd name="T17" fmla="*/ 1287432 h 4464471"/>
              <a:gd name="T18" fmla="*/ 2165124 w 3514793"/>
              <a:gd name="T19" fmla="*/ 1374479 h 4464471"/>
              <a:gd name="T20" fmla="*/ 2274887 w 3514793"/>
              <a:gd name="T21" fmla="*/ 1516303 h 4464471"/>
              <a:gd name="T22" fmla="*/ 2315146 w 3514793"/>
              <a:gd name="T23" fmla="*/ 1713025 h 4464471"/>
              <a:gd name="T24" fmla="*/ 2265155 w 3514793"/>
              <a:gd name="T25" fmla="*/ 1924516 h 4464471"/>
              <a:gd name="T26" fmla="*/ 2130776 w 3514793"/>
              <a:gd name="T27" fmla="*/ 2111929 h 4464471"/>
              <a:gd name="T28" fmla="*/ 1936009 w 3514793"/>
              <a:gd name="T29" fmla="*/ 2284289 h 4464471"/>
              <a:gd name="T30" fmla="*/ 1701149 w 3514793"/>
              <a:gd name="T31" fmla="*/ 2457646 h 4464471"/>
              <a:gd name="T32" fmla="*/ 1484946 w 3514793"/>
              <a:gd name="T33" fmla="*/ 2607995 h 4464471"/>
              <a:gd name="T34" fmla="*/ 1273729 w 3514793"/>
              <a:gd name="T35" fmla="*/ 2784771 h 4464471"/>
              <a:gd name="T36" fmla="*/ 1119031 w 3514793"/>
              <a:gd name="T37" fmla="*/ 2987595 h 4464471"/>
              <a:gd name="T38" fmla="*/ 1063935 w 3514793"/>
              <a:gd name="T39" fmla="*/ 3261010 h 4464471"/>
              <a:gd name="T40" fmla="*/ 2489191 w 3514793"/>
              <a:gd name="T41" fmla="*/ 3261010 h 4464471"/>
              <a:gd name="T42" fmla="*/ 2489191 w 3514793"/>
              <a:gd name="T43" fmla="*/ 3143619 h 4464471"/>
              <a:gd name="T44" fmla="*/ 1183668 w 3514793"/>
              <a:gd name="T45" fmla="*/ 3143619 h 4464471"/>
              <a:gd name="T46" fmla="*/ 1286547 w 3514793"/>
              <a:gd name="T47" fmla="*/ 2946019 h 4464471"/>
              <a:gd name="T48" fmla="*/ 1518037 w 3514793"/>
              <a:gd name="T49" fmla="*/ 2734315 h 4464471"/>
              <a:gd name="T50" fmla="*/ 1815802 w 3514793"/>
              <a:gd name="T51" fmla="*/ 2522919 h 4464471"/>
              <a:gd name="T52" fmla="*/ 2111406 w 3514793"/>
              <a:gd name="T53" fmla="*/ 2296185 h 4464471"/>
              <a:gd name="T54" fmla="*/ 2341970 w 3514793"/>
              <a:gd name="T55" fmla="*/ 2032148 h 4464471"/>
              <a:gd name="T56" fmla="*/ 2435544 w 3514793"/>
              <a:gd name="T57" fmla="*/ 1713025 h 4464471"/>
              <a:gd name="T58" fmla="*/ 2383582 w 3514793"/>
              <a:gd name="T59" fmla="*/ 1464114 h 4464471"/>
              <a:gd name="T60" fmla="*/ 2243340 w 3514793"/>
              <a:gd name="T61" fmla="*/ 1284488 h 4464471"/>
              <a:gd name="T62" fmla="*/ 2034853 w 3514793"/>
              <a:gd name="T63" fmla="*/ 1175976 h 4464471"/>
              <a:gd name="T64" fmla="*/ 1782190 w 3514793"/>
              <a:gd name="T65" fmla="*/ 1140028 h 4464471"/>
              <a:gd name="T66" fmla="*/ 81963 w 3514793"/>
              <a:gd name="T67" fmla="*/ 0 h 4464471"/>
              <a:gd name="T68" fmla="*/ 3432762 w 3514793"/>
              <a:gd name="T69" fmla="*/ 0 h 4464471"/>
              <a:gd name="T70" fmla="*/ 3514725 w 3514793"/>
              <a:gd name="T71" fmla="*/ 81986 h 4464471"/>
              <a:gd name="T72" fmla="*/ 3514725 w 3514793"/>
              <a:gd name="T73" fmla="*/ 4383652 h 4464471"/>
              <a:gd name="T74" fmla="*/ 3432762 w 3514793"/>
              <a:gd name="T75" fmla="*/ 4465638 h 4464471"/>
              <a:gd name="T76" fmla="*/ 81963 w 3514793"/>
              <a:gd name="T77" fmla="*/ 4465638 h 4464471"/>
              <a:gd name="T78" fmla="*/ 0 w 3514793"/>
              <a:gd name="T79" fmla="*/ 4383652 h 4464471"/>
              <a:gd name="T80" fmla="*/ 0 w 3514793"/>
              <a:gd name="T81" fmla="*/ 81986 h 4464471"/>
              <a:gd name="T82" fmla="*/ 81963 w 3514793"/>
              <a:gd name="T83" fmla="*/ 0 h 446447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514793" h="4464471">
                <a:moveTo>
                  <a:pt x="1782224" y="1139730"/>
                </a:moveTo>
                <a:cubicBezTo>
                  <a:pt x="1555984" y="1139730"/>
                  <a:pt x="1386067" y="1203823"/>
                  <a:pt x="1272472" y="1332008"/>
                </a:cubicBezTo>
                <a:cubicBezTo>
                  <a:pt x="1158877" y="1460194"/>
                  <a:pt x="1101083" y="1648849"/>
                  <a:pt x="1099089" y="1897972"/>
                </a:cubicBezTo>
                <a:lnTo>
                  <a:pt x="1219441" y="1897972"/>
                </a:lnTo>
                <a:cubicBezTo>
                  <a:pt x="1219441" y="1786593"/>
                  <a:pt x="1229854" y="1693524"/>
                  <a:pt x="1250680" y="1618765"/>
                </a:cubicBezTo>
                <a:cubicBezTo>
                  <a:pt x="1271506" y="1544005"/>
                  <a:pt x="1304305" y="1480039"/>
                  <a:pt x="1349075" y="1426866"/>
                </a:cubicBezTo>
                <a:cubicBezTo>
                  <a:pt x="1393845" y="1373693"/>
                  <a:pt x="1451861" y="1332103"/>
                  <a:pt x="1523122" y="1302099"/>
                </a:cubicBezTo>
                <a:cubicBezTo>
                  <a:pt x="1594384" y="1272093"/>
                  <a:pt x="1680751" y="1257091"/>
                  <a:pt x="1782224" y="1257091"/>
                </a:cubicBezTo>
                <a:cubicBezTo>
                  <a:pt x="1857837" y="1257091"/>
                  <a:pt x="1928980" y="1267093"/>
                  <a:pt x="1995653" y="1287096"/>
                </a:cubicBezTo>
                <a:cubicBezTo>
                  <a:pt x="2062325" y="1307099"/>
                  <a:pt x="2118830" y="1336107"/>
                  <a:pt x="2165166" y="1374120"/>
                </a:cubicBezTo>
                <a:cubicBezTo>
                  <a:pt x="2211503" y="1412133"/>
                  <a:pt x="2248091" y="1459395"/>
                  <a:pt x="2274931" y="1515907"/>
                </a:cubicBezTo>
                <a:cubicBezTo>
                  <a:pt x="2301771" y="1572420"/>
                  <a:pt x="2315191" y="1637977"/>
                  <a:pt x="2315191" y="1712577"/>
                </a:cubicBezTo>
                <a:cubicBezTo>
                  <a:pt x="2315191" y="1787811"/>
                  <a:pt x="2298527" y="1858290"/>
                  <a:pt x="2265199" y="1924013"/>
                </a:cubicBezTo>
                <a:cubicBezTo>
                  <a:pt x="2231870" y="1989735"/>
                  <a:pt x="2187077" y="2052190"/>
                  <a:pt x="2130817" y="2111377"/>
                </a:cubicBezTo>
                <a:cubicBezTo>
                  <a:pt x="2074558" y="2170564"/>
                  <a:pt x="2009634" y="2228002"/>
                  <a:pt x="1936046" y="2283692"/>
                </a:cubicBezTo>
                <a:cubicBezTo>
                  <a:pt x="1862458" y="2339382"/>
                  <a:pt x="1784170" y="2397152"/>
                  <a:pt x="1701182" y="2457004"/>
                </a:cubicBezTo>
                <a:cubicBezTo>
                  <a:pt x="1633892" y="2502296"/>
                  <a:pt x="1561823" y="2552399"/>
                  <a:pt x="1484975" y="2607313"/>
                </a:cubicBezTo>
                <a:cubicBezTo>
                  <a:pt x="1408127" y="2662227"/>
                  <a:pt x="1337720" y="2721137"/>
                  <a:pt x="1273754" y="2784043"/>
                </a:cubicBezTo>
                <a:cubicBezTo>
                  <a:pt x="1209787" y="2846949"/>
                  <a:pt x="1158220" y="2914540"/>
                  <a:pt x="1119053" y="2986814"/>
                </a:cubicBezTo>
                <a:cubicBezTo>
                  <a:pt x="1079885" y="3059089"/>
                  <a:pt x="1061519" y="3150203"/>
                  <a:pt x="1063956" y="3260158"/>
                </a:cubicBezTo>
                <a:lnTo>
                  <a:pt x="2489239" y="3260158"/>
                </a:lnTo>
                <a:lnTo>
                  <a:pt x="2489239" y="3142797"/>
                </a:lnTo>
                <a:lnTo>
                  <a:pt x="1183691" y="3142797"/>
                </a:lnTo>
                <a:cubicBezTo>
                  <a:pt x="1190718" y="3082122"/>
                  <a:pt x="1225012" y="3016273"/>
                  <a:pt x="1286572" y="2945249"/>
                </a:cubicBezTo>
                <a:cubicBezTo>
                  <a:pt x="1348133" y="2874224"/>
                  <a:pt x="1425298" y="2803675"/>
                  <a:pt x="1518066" y="2733600"/>
                </a:cubicBezTo>
                <a:cubicBezTo>
                  <a:pt x="1610835" y="2663525"/>
                  <a:pt x="1710091" y="2593078"/>
                  <a:pt x="1815837" y="2522260"/>
                </a:cubicBezTo>
                <a:cubicBezTo>
                  <a:pt x="1921582" y="2451441"/>
                  <a:pt x="2020119" y="2375883"/>
                  <a:pt x="2111447" y="2295585"/>
                </a:cubicBezTo>
                <a:cubicBezTo>
                  <a:pt x="2202775" y="2215287"/>
                  <a:pt x="2279631" y="2127298"/>
                  <a:pt x="2342015" y="2031617"/>
                </a:cubicBezTo>
                <a:cubicBezTo>
                  <a:pt x="2404399" y="1935937"/>
                  <a:pt x="2435591" y="1829590"/>
                  <a:pt x="2435591" y="1712577"/>
                </a:cubicBezTo>
                <a:cubicBezTo>
                  <a:pt x="2435591" y="1618037"/>
                  <a:pt x="2418270" y="1535088"/>
                  <a:pt x="2383628" y="1463731"/>
                </a:cubicBezTo>
                <a:cubicBezTo>
                  <a:pt x="2348986" y="1392374"/>
                  <a:pt x="2302238" y="1332515"/>
                  <a:pt x="2243383" y="1284152"/>
                </a:cubicBezTo>
                <a:cubicBezTo>
                  <a:pt x="2184529" y="1235790"/>
                  <a:pt x="2115032" y="1199629"/>
                  <a:pt x="2034892" y="1175669"/>
                </a:cubicBezTo>
                <a:cubicBezTo>
                  <a:pt x="1954752" y="1151710"/>
                  <a:pt x="1870529" y="1139730"/>
                  <a:pt x="1782224" y="1139730"/>
                </a:cubicBezTo>
                <a:close/>
                <a:moveTo>
                  <a:pt x="81965" y="0"/>
                </a:moveTo>
                <a:lnTo>
                  <a:pt x="3432828" y="0"/>
                </a:lnTo>
                <a:cubicBezTo>
                  <a:pt x="3478096" y="0"/>
                  <a:pt x="3514793" y="36697"/>
                  <a:pt x="3514793" y="81965"/>
                </a:cubicBezTo>
                <a:lnTo>
                  <a:pt x="3514793" y="4382506"/>
                </a:lnTo>
                <a:cubicBezTo>
                  <a:pt x="3514793" y="4427774"/>
                  <a:pt x="3478096" y="4464471"/>
                  <a:pt x="3432828" y="4464471"/>
                </a:cubicBezTo>
                <a:lnTo>
                  <a:pt x="81965" y="4464471"/>
                </a:lnTo>
                <a:cubicBezTo>
                  <a:pt x="36697" y="4464471"/>
                  <a:pt x="0" y="4427774"/>
                  <a:pt x="0" y="4382506"/>
                </a:cubicBezTo>
                <a:lnTo>
                  <a:pt x="0" y="81965"/>
                </a:lnTo>
                <a:cubicBezTo>
                  <a:pt x="0" y="36697"/>
                  <a:pt x="36697" y="0"/>
                  <a:pt x="81965" y="0"/>
                </a:cubicBezTo>
                <a:close/>
              </a:path>
            </a:pathLst>
          </a:custGeom>
          <a:solidFill>
            <a:srgbClr val="F8C8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圆角矩形 10"/>
          <p:cNvSpPr>
            <a:spLocks noChangeArrowheads="1"/>
          </p:cNvSpPr>
          <p:nvPr/>
        </p:nvSpPr>
        <p:spPr bwMode="auto">
          <a:xfrm>
            <a:off x="4456113" y="227013"/>
            <a:ext cx="6794500" cy="6402387"/>
          </a:xfrm>
          <a:prstGeom prst="roundRect">
            <a:avLst>
              <a:gd name="adj" fmla="val 1532"/>
            </a:avLst>
          </a:prstGeom>
          <a:solidFill>
            <a:srgbClr val="FFFFFF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415" name="内容占位符 2"/>
          <p:cNvSpPr>
            <a:spLocks noGrp="1" noChangeArrowheads="1"/>
          </p:cNvSpPr>
          <p:nvPr>
            <p:ph type="subTitle" idx="1"/>
          </p:nvPr>
        </p:nvSpPr>
        <p:spPr>
          <a:xfrm>
            <a:off x="4928728" y="1020682"/>
            <a:ext cx="6084222" cy="6399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sz="2000" b="1" dirty="0" smtClean="0"/>
              <a:t>若手指</a:t>
            </a:r>
            <a:r>
              <a:rPr lang="zh-TW" altLang="en-US" sz="2000" b="1" dirty="0"/>
              <a:t>觸碰到</a:t>
            </a:r>
            <a:r>
              <a:rPr lang="zh-TW" altLang="en-US" sz="2000" b="1" dirty="0" smtClean="0"/>
              <a:t>，作者的話</a:t>
            </a:r>
            <a:r>
              <a:rPr lang="en-US" altLang="zh-TW" sz="2000" b="1" smtClean="0"/>
              <a:t>ICON</a:t>
            </a:r>
            <a:r>
              <a:rPr lang="zh-TW" altLang="en-US" sz="2000" b="1" dirty="0" smtClean="0"/>
              <a:t>會</a:t>
            </a:r>
            <a:r>
              <a:rPr lang="zh-TW" altLang="en-US" sz="2000" b="1" dirty="0"/>
              <a:t>變成薑餅</a:t>
            </a:r>
            <a:r>
              <a:rPr lang="zh-TW" altLang="en-US" sz="2000" b="1" dirty="0" smtClean="0"/>
              <a:t>人。</a:t>
            </a:r>
            <a:endParaRPr lang="zh-CN" altLang="en-US" sz="2000" b="1" dirty="0"/>
          </a:p>
          <a:p>
            <a:pPr lvl="1" eaLnBrk="1" hangingPunct="1"/>
            <a:endParaRPr lang="zh-CN" altLang="en-US" sz="2400" dirty="0"/>
          </a:p>
          <a:p>
            <a:pPr lvl="1" eaLnBrk="1" hangingPunct="1"/>
            <a:r>
              <a:rPr lang="zh-CN" altLang="en-US" sz="2400" dirty="0"/>
              <a:t>   </a:t>
            </a:r>
          </a:p>
          <a:p>
            <a:pPr lvl="1" eaLnBrk="1" hangingPunct="1"/>
            <a:endParaRPr lang="zh-CN" altLang="en-US" sz="2400" dirty="0"/>
          </a:p>
          <a:p>
            <a:pPr lvl="1" eaLnBrk="1" hangingPunct="1"/>
            <a:endParaRPr lang="zh-CN" altLang="en-US" sz="2400" dirty="0"/>
          </a:p>
        </p:txBody>
      </p:sp>
      <p:sp>
        <p:nvSpPr>
          <p:cNvPr id="10" name="圓角矩形 9"/>
          <p:cNvSpPr/>
          <p:nvPr/>
        </p:nvSpPr>
        <p:spPr>
          <a:xfrm>
            <a:off x="941388" y="228615"/>
            <a:ext cx="3514726" cy="19383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dirty="0">
                <a:latin typeface="+mj-ea"/>
                <a:ea typeface="+mj-ea"/>
              </a:rPr>
              <a:t>特色與巧思</a:t>
            </a: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072" y="62025"/>
            <a:ext cx="1113638" cy="1113638"/>
          </a:xfrm>
          <a:prstGeom prst="rect">
            <a:avLst/>
          </a:prstGeom>
        </p:spPr>
      </p:pic>
      <p:sp>
        <p:nvSpPr>
          <p:cNvPr id="6" name="向右箭號 5"/>
          <p:cNvSpPr/>
          <p:nvPr/>
        </p:nvSpPr>
        <p:spPr>
          <a:xfrm>
            <a:off x="7151062" y="3824951"/>
            <a:ext cx="1404602" cy="653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626" y="2359384"/>
            <a:ext cx="1837866" cy="3822080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664" y="2392363"/>
            <a:ext cx="1822008" cy="378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255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0" y="0"/>
            <a:ext cx="1219200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圆角矩形 10"/>
          <p:cNvSpPr>
            <a:spLocks noChangeArrowheads="1"/>
          </p:cNvSpPr>
          <p:nvPr/>
        </p:nvSpPr>
        <p:spPr bwMode="auto">
          <a:xfrm>
            <a:off x="4456113" y="227013"/>
            <a:ext cx="6794500" cy="6402387"/>
          </a:xfrm>
          <a:prstGeom prst="roundRect">
            <a:avLst>
              <a:gd name="adj" fmla="val 1532"/>
            </a:avLst>
          </a:prstGeom>
          <a:solidFill>
            <a:srgbClr val="FFFFFF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8438" name="图片 2" descr="图片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2182813"/>
            <a:ext cx="3522662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圓角矩形 10"/>
          <p:cNvSpPr/>
          <p:nvPr/>
        </p:nvSpPr>
        <p:spPr>
          <a:xfrm>
            <a:off x="941388" y="228615"/>
            <a:ext cx="3514726" cy="19383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dirty="0">
                <a:latin typeface="+mj-ea"/>
                <a:ea typeface="+mj-ea"/>
              </a:rPr>
              <a:t>遭遇困難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072" y="62025"/>
            <a:ext cx="1113638" cy="1113638"/>
          </a:xfrm>
          <a:prstGeom prst="rect">
            <a:avLst/>
          </a:prstGeom>
        </p:spPr>
      </p:pic>
      <p:sp>
        <p:nvSpPr>
          <p:cNvPr id="7" name="内容占位符 2"/>
          <p:cNvSpPr>
            <a:spLocks noGrp="1" noChangeArrowheads="1"/>
          </p:cNvSpPr>
          <p:nvPr>
            <p:ph type="subTitle" idx="1"/>
          </p:nvPr>
        </p:nvSpPr>
        <p:spPr>
          <a:xfrm>
            <a:off x="4735254" y="865720"/>
            <a:ext cx="6086713" cy="559223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lvl="1" eaLnBrk="1" hangingPunct="1"/>
            <a:r>
              <a:rPr lang="en-US" altLang="zh-CN" b="1" dirty="0" err="1" smtClean="0"/>
              <a:t>OnInfoWindowClick</a:t>
            </a:r>
            <a:endParaRPr lang="en-US" altLang="zh-CN" b="1" dirty="0"/>
          </a:p>
          <a:p>
            <a:pPr marL="0" lvl="1" eaLnBrk="1" hangingPunct="1"/>
            <a:r>
              <a:rPr lang="zh-TW" altLang="en-US" b="1" dirty="0"/>
              <a:t>（</a:t>
            </a:r>
            <a:r>
              <a:rPr lang="zh-TW" altLang="en-US" b="1" dirty="0" smtClean="0"/>
              <a:t>點擊資訊視窗動作）</a:t>
            </a:r>
            <a:endParaRPr lang="en-US" altLang="zh-TW" b="1" dirty="0" smtClean="0"/>
          </a:p>
          <a:p>
            <a:pPr marL="0" lvl="1" eaLnBrk="1" hangingPunct="1"/>
            <a:endParaRPr lang="en-US" altLang="zh-CN" b="1" dirty="0" smtClean="0"/>
          </a:p>
          <a:p>
            <a:pPr marL="0" lvl="1" eaLnBrk="1" hangingPunct="1"/>
            <a:r>
              <a:rPr lang="zh-TW" altLang="en-US" b="1" u="sng" dirty="0" smtClean="0"/>
              <a:t>功能應用</a:t>
            </a:r>
            <a:r>
              <a:rPr lang="en-US" altLang="zh-TW" b="1" u="sng" dirty="0" smtClean="0"/>
              <a:t>:</a:t>
            </a:r>
            <a:r>
              <a:rPr lang="zh-TW" altLang="en-US" b="1" u="sng" dirty="0" smtClean="0"/>
              <a:t>點擊</a:t>
            </a:r>
            <a:r>
              <a:rPr lang="en-US" altLang="zh-TW" b="1" u="sng" dirty="0" smtClean="0"/>
              <a:t>Bank</a:t>
            </a:r>
            <a:r>
              <a:rPr lang="zh-TW" altLang="en-US" b="1" u="sng" dirty="0" smtClean="0"/>
              <a:t>的</a:t>
            </a:r>
            <a:r>
              <a:rPr lang="en-US" altLang="zh-TW" b="1" u="sng" dirty="0" smtClean="0"/>
              <a:t>icon</a:t>
            </a:r>
            <a:r>
              <a:rPr lang="zh-TW" altLang="en-US" b="1" u="sng" dirty="0" smtClean="0"/>
              <a:t>跳出相對應資訊。</a:t>
            </a:r>
            <a:endParaRPr lang="en-US" altLang="zh-TW" b="1" u="sng" dirty="0" smtClean="0"/>
          </a:p>
          <a:p>
            <a:pPr marL="0" lvl="1" eaLnBrk="1" hangingPunct="1"/>
            <a:endParaRPr lang="en-US" altLang="zh-TW" b="1" dirty="0" smtClean="0"/>
          </a:p>
          <a:p>
            <a:pPr marL="0" lvl="1" eaLnBrk="1" hangingPunct="1"/>
            <a:endParaRPr lang="en-US" altLang="zh-TW" b="1" dirty="0"/>
          </a:p>
          <a:p>
            <a:pPr marL="0" lvl="1" indent="457200" algn="l" eaLnBrk="1" hangingPunct="1"/>
            <a:r>
              <a:rPr lang="zh-TW" altLang="en-US" b="1" dirty="0" smtClean="0"/>
              <a:t>當初一直在構思，要如何點擊特定分行跑出其對應的資料，總不能在搜尋郵局時，跑出某銀行的資訊；最後找到了一個方法</a:t>
            </a:r>
            <a:r>
              <a:rPr lang="en-US" altLang="zh-TW" b="1" dirty="0" smtClean="0"/>
              <a:t>:</a:t>
            </a:r>
          </a:p>
          <a:p>
            <a:pPr marL="0" lvl="1" algn="l" eaLnBrk="1" hangingPunct="1"/>
            <a:endParaRPr lang="en-US" altLang="zh-TW" b="1" dirty="0" smtClean="0"/>
          </a:p>
          <a:p>
            <a:pPr marL="0" lvl="1" algn="l" eaLnBrk="1" hangingPunct="1"/>
            <a:r>
              <a:rPr lang="en-US" altLang="zh-TW" b="1" dirty="0"/>
              <a:t>	</a:t>
            </a:r>
            <a:r>
              <a:rPr lang="en-US" altLang="zh-TW" b="1" dirty="0" err="1" smtClean="0"/>
              <a:t>maker.getTitle</a:t>
            </a:r>
            <a:r>
              <a:rPr lang="en-US" altLang="zh-TW" b="1" dirty="0" smtClean="0"/>
              <a:t>().equals(“</a:t>
            </a:r>
            <a:r>
              <a:rPr lang="zh-TW" altLang="en-US" b="1" dirty="0" smtClean="0"/>
              <a:t>主標題</a:t>
            </a:r>
            <a:r>
              <a:rPr lang="en-US" altLang="zh-TW" b="1" dirty="0" smtClean="0"/>
              <a:t>”);</a:t>
            </a:r>
          </a:p>
          <a:p>
            <a:pPr marL="0" lvl="1" eaLnBrk="1" hangingPunct="1"/>
            <a:r>
              <a:rPr lang="en-US" altLang="zh-TW" b="1" dirty="0" err="1" smtClean="0"/>
              <a:t>maker.getSnippet</a:t>
            </a:r>
            <a:r>
              <a:rPr lang="en-US" altLang="zh-TW" b="1" dirty="0" smtClean="0"/>
              <a:t>().equals(“</a:t>
            </a:r>
            <a:r>
              <a:rPr lang="zh-TW" altLang="en-US" b="1" dirty="0" smtClean="0"/>
              <a:t>副標題</a:t>
            </a:r>
            <a:r>
              <a:rPr lang="en-US" altLang="zh-TW" b="1" dirty="0" smtClean="0"/>
              <a:t>”);</a:t>
            </a:r>
          </a:p>
          <a:p>
            <a:pPr marL="0" lvl="1" eaLnBrk="1" hangingPunct="1"/>
            <a:endParaRPr lang="en-US" altLang="zh-TW" b="1" dirty="0" smtClean="0"/>
          </a:p>
          <a:p>
            <a:pPr marL="0" lvl="1" eaLnBrk="1" hangingPunct="1"/>
            <a:r>
              <a:rPr lang="zh-TW" altLang="en-US" b="1" dirty="0"/>
              <a:t>透過</a:t>
            </a:r>
            <a:r>
              <a:rPr lang="zh-TW" altLang="en-US" b="1" dirty="0" smtClean="0"/>
              <a:t>上述這兩種打法，就可以針對其特定的分行鍵入資訊，就可以避免錯誤的資料對應。</a:t>
            </a:r>
            <a:endParaRPr lang="en-US" altLang="zh-TW" b="1" dirty="0" smtClean="0"/>
          </a:p>
          <a:p>
            <a:pPr marL="0" lvl="1" algn="l" eaLnBrk="1" hangingPunct="1"/>
            <a:endParaRPr lang="zh-CN" altLang="en-US" b="1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0" y="0"/>
            <a:ext cx="1219200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圆角矩形 10"/>
          <p:cNvSpPr>
            <a:spLocks noChangeArrowheads="1"/>
          </p:cNvSpPr>
          <p:nvPr/>
        </p:nvSpPr>
        <p:spPr bwMode="auto">
          <a:xfrm>
            <a:off x="4456113" y="227013"/>
            <a:ext cx="6794500" cy="6402387"/>
          </a:xfrm>
          <a:prstGeom prst="roundRect">
            <a:avLst>
              <a:gd name="adj" fmla="val 1532"/>
            </a:avLst>
          </a:prstGeom>
          <a:solidFill>
            <a:srgbClr val="FFFFFF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8438" name="图片 2" descr="图片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162169"/>
            <a:ext cx="3522662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圓角矩形 10"/>
          <p:cNvSpPr/>
          <p:nvPr/>
        </p:nvSpPr>
        <p:spPr>
          <a:xfrm>
            <a:off x="941388" y="228615"/>
            <a:ext cx="3514726" cy="19383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dirty="0">
                <a:latin typeface="+mj-ea"/>
                <a:ea typeface="+mj-ea"/>
              </a:rPr>
              <a:t>遭遇困難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072" y="62025"/>
            <a:ext cx="1113638" cy="1113638"/>
          </a:xfrm>
          <a:prstGeom prst="rect">
            <a:avLst/>
          </a:prstGeom>
        </p:spPr>
      </p:pic>
      <p:sp>
        <p:nvSpPr>
          <p:cNvPr id="7" name="内容占位符 2"/>
          <p:cNvSpPr>
            <a:spLocks noGrp="1" noChangeArrowheads="1"/>
          </p:cNvSpPr>
          <p:nvPr>
            <p:ph type="subTitle" idx="1"/>
          </p:nvPr>
        </p:nvSpPr>
        <p:spPr>
          <a:xfrm>
            <a:off x="4735254" y="865720"/>
            <a:ext cx="6086713" cy="559223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lvl="1" eaLnBrk="1" hangingPunct="1"/>
            <a:r>
              <a:rPr lang="en-US" altLang="zh-TW" b="1" dirty="0" smtClean="0"/>
              <a:t>Xml</a:t>
            </a:r>
            <a:r>
              <a:rPr lang="zh-TW" altLang="en-US" b="1" dirty="0" smtClean="0"/>
              <a:t>檔案的特效</a:t>
            </a:r>
            <a:endParaRPr lang="en-US" altLang="zh-TW" b="1" dirty="0" smtClean="0"/>
          </a:p>
          <a:p>
            <a:pPr marL="0" lvl="1" eaLnBrk="1" hangingPunct="1"/>
            <a:r>
              <a:rPr lang="zh-TW" altLang="en-US" b="1" dirty="0" smtClean="0"/>
              <a:t>（搜尋按鍵的特效）</a:t>
            </a:r>
            <a:endParaRPr lang="en-US" altLang="zh-TW" b="1" dirty="0" smtClean="0"/>
          </a:p>
          <a:p>
            <a:pPr marL="0" lvl="1" eaLnBrk="1" hangingPunct="1"/>
            <a:endParaRPr lang="en-US" altLang="zh-CN" b="1" dirty="0" smtClean="0"/>
          </a:p>
          <a:p>
            <a:pPr marL="0" lvl="1" eaLnBrk="1" hangingPunct="1"/>
            <a:r>
              <a:rPr lang="zh-TW" altLang="en-US" b="1" u="sng" dirty="0" smtClean="0"/>
              <a:t>功能應用</a:t>
            </a:r>
            <a:r>
              <a:rPr lang="en-US" altLang="zh-TW" b="1" u="sng" dirty="0" smtClean="0"/>
              <a:t>:</a:t>
            </a:r>
            <a:r>
              <a:rPr lang="zh-TW" altLang="en-US" b="1" u="sng" dirty="0" smtClean="0"/>
              <a:t>點擊搜尋按鍵時出現的水波紋。</a:t>
            </a:r>
            <a:endParaRPr lang="en-US" altLang="zh-TW" b="1" u="sng" dirty="0" smtClean="0"/>
          </a:p>
          <a:p>
            <a:pPr marL="0" lvl="1" eaLnBrk="1" hangingPunct="1"/>
            <a:endParaRPr lang="en-US" altLang="zh-TW" b="1" dirty="0" smtClean="0"/>
          </a:p>
          <a:p>
            <a:pPr marL="0" lvl="1" eaLnBrk="1" hangingPunct="1"/>
            <a:endParaRPr lang="en-US" altLang="zh-TW" b="1" dirty="0"/>
          </a:p>
          <a:p>
            <a:pPr marL="0" lvl="1" indent="457200" algn="l" eaLnBrk="1" hangingPunct="1"/>
            <a:r>
              <a:rPr lang="zh-TW" altLang="en-US" b="1" dirty="0" smtClean="0"/>
              <a:t>在這邊稍微建議一下，若是想要做特效，建議要學會看</a:t>
            </a:r>
            <a:r>
              <a:rPr lang="en-US" altLang="zh-TW" b="1" dirty="0" smtClean="0"/>
              <a:t>xml</a:t>
            </a:r>
            <a:r>
              <a:rPr lang="zh-TW" altLang="en-US" b="1" dirty="0" smtClean="0"/>
              <a:t>，因為</a:t>
            </a:r>
            <a:r>
              <a:rPr lang="en-US" altLang="zh-TW" b="1" dirty="0" smtClean="0"/>
              <a:t>Android</a:t>
            </a:r>
            <a:r>
              <a:rPr lang="zh-TW" altLang="en-US" b="1" dirty="0" smtClean="0"/>
              <a:t>原生的系統，幾乎是不存在特效的，所以就想說找個基本一點的效果，所以找到了水波紋</a:t>
            </a:r>
            <a:r>
              <a:rPr lang="en-US" altLang="zh-TW" b="1" dirty="0" smtClean="0"/>
              <a:t>:</a:t>
            </a:r>
          </a:p>
          <a:p>
            <a:pPr marL="0" lvl="1" algn="l" eaLnBrk="1" hangingPunct="1"/>
            <a:endParaRPr lang="en-US" altLang="zh-TW" b="1" dirty="0" smtClean="0"/>
          </a:p>
          <a:p>
            <a:pPr marL="0" lvl="1" algn="l" eaLnBrk="1" hangingPunct="1"/>
            <a:r>
              <a:rPr lang="en-US" altLang="zh-TW" b="1" dirty="0"/>
              <a:t>	</a:t>
            </a:r>
            <a:r>
              <a:rPr lang="en-US" altLang="zh-TW" b="1" dirty="0" smtClean="0"/>
              <a:t>xml</a:t>
            </a:r>
            <a:r>
              <a:rPr lang="zh-TW" altLang="en-US" b="1" dirty="0" smtClean="0"/>
              <a:t>檔案</a:t>
            </a:r>
            <a:r>
              <a:rPr lang="en-US" altLang="zh-TW" b="1" dirty="0" smtClean="0"/>
              <a:t>: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&lt;ripple&gt; &lt;/ripple&gt;</a:t>
            </a:r>
          </a:p>
          <a:p>
            <a:pPr marL="0" lvl="1" algn="l" eaLnBrk="1" hangingPunct="1"/>
            <a:endParaRPr lang="en-US" altLang="zh-CN" b="1" dirty="0" smtClean="0"/>
          </a:p>
          <a:p>
            <a:pPr marL="0" lvl="1" eaLnBrk="1" hangingPunct="1"/>
            <a:r>
              <a:rPr lang="zh-TW" altLang="en-US" b="1" dirty="0" smtClean="0"/>
              <a:t>只要設定好相關的係數後，就可以使用自訂的</a:t>
            </a:r>
            <a:r>
              <a:rPr lang="en-US" altLang="zh-TW" b="1" dirty="0" smtClean="0"/>
              <a:t>layout</a:t>
            </a:r>
            <a:r>
              <a:rPr lang="zh-TW" altLang="en-US" b="1" dirty="0" smtClean="0"/>
              <a:t>，並把它放到指定按鍵上。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256640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b="7930"/>
          <a:stretch>
            <a:fillRect/>
          </a:stretch>
        </p:blipFill>
        <p:spPr bwMode="auto">
          <a:xfrm>
            <a:off x="0" y="0"/>
            <a:ext cx="1219200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内容占位符 2"/>
          <p:cNvSpPr>
            <a:spLocks noGrp="1"/>
          </p:cNvSpPr>
          <p:nvPr>
            <p:ph type="subTitle" idx="4294967295"/>
          </p:nvPr>
        </p:nvSpPr>
        <p:spPr>
          <a:xfrm>
            <a:off x="4608513" y="4135438"/>
            <a:ext cx="3063875" cy="706437"/>
          </a:xfrm>
          <a:ln>
            <a:miter/>
          </a:ln>
        </p:spPr>
        <p:txBody>
          <a:bodyPr/>
          <a:lstStyle/>
          <a:p>
            <a:pPr marL="274955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4400" noProof="1">
                <a:solidFill>
                  <a:schemeClr val="bg1"/>
                </a:solidFill>
                <a:sym typeface="+mn-ea"/>
              </a:rPr>
              <a:t>THANKS</a:t>
            </a:r>
          </a:p>
          <a:p>
            <a:pPr lvl="1" eaLnBrk="1" hangingPunct="1">
              <a:buFont typeface="Arial" charset="0"/>
              <a:buNone/>
              <a:defRPr/>
            </a:pPr>
            <a:r>
              <a:rPr lang="zh-CN" altLang="en-US" b="1" noProof="1">
                <a:sym typeface="Calibri" charset="0"/>
              </a:rPr>
              <a:t>   </a:t>
            </a:r>
          </a:p>
          <a:p>
            <a:pPr lvl="1" eaLnBrk="1" hangingPunct="1">
              <a:buFont typeface="Arial" charset="0"/>
              <a:buNone/>
              <a:defRPr/>
            </a:pPr>
            <a:endParaRPr lang="zh-CN" altLang="en-US" b="1" noProof="1">
              <a:sym typeface="Calibri" charset="0"/>
            </a:endParaRPr>
          </a:p>
          <a:p>
            <a:pPr lvl="1" eaLnBrk="1" hangingPunct="1">
              <a:buFont typeface="Arial" charset="0"/>
              <a:buNone/>
              <a:defRPr/>
            </a:pPr>
            <a:endParaRPr lang="zh-CN" altLang="en-US" sz="1800" noProof="1">
              <a:sym typeface="Calibri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566" y="1639355"/>
            <a:ext cx="2176462" cy="217646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Pages>0</Pages>
  <Words>299</Words>
  <Characters>0</Characters>
  <Application>Microsoft Office PowerPoint</Application>
  <DocSecurity>0</DocSecurity>
  <PresentationFormat>自訂</PresentationFormat>
  <Lines>0</Lines>
  <Paragraphs>58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程泽源</dc:creator>
  <cp:keywords/>
  <dc:description/>
  <cp:lastModifiedBy>Ming</cp:lastModifiedBy>
  <cp:revision>80</cp:revision>
  <dcterms:created xsi:type="dcterms:W3CDTF">2014-02-20T20:13:00Z</dcterms:created>
  <dcterms:modified xsi:type="dcterms:W3CDTF">2021-03-25T07:51:59Z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2052-10.1.0.5399</vt:lpwstr>
  </property>
</Properties>
</file>